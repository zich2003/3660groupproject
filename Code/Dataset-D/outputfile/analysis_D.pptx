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32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33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34.xml" ContentType="application/vnd.openxmlformats-officedocument.presentationml.slideLayout+xml"/>
  <Override PartName="/ppt/slides/slide35.xml" ContentType="application/vnd.openxmlformats-officedocument.presentationml.slide+xml"/>
  <Override PartName="/ppt/slideLayouts/slideLayout35.xml" ContentType="application/vnd.openxmlformats-officedocument.presentationml.slideLayout+xml"/>
  <Override PartName="/ppt/slides/slide36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37.xml" ContentType="application/vnd.openxmlformats-officedocument.presentationml.slide+xml"/>
  <Override PartName="/ppt/slideLayouts/slideLayout37.xml" ContentType="application/vnd.openxmlformats-officedocument.presentationml.slideLayout+xml"/>
  <Override PartName="/ppt/slides/slide38.xml" ContentType="application/vnd.openxmlformats-officedocument.presentationml.slide+xml"/>
  <Override PartName="/ppt/slideLayouts/slideLayout38.xml" ContentType="application/vnd.openxmlformats-officedocument.presentationml.slideLayout+xml"/>
  <Override PartName="/ppt/slides/slide39.xml" ContentType="application/vnd.openxmlformats-officedocument.presentationml.slide+xml"/>
  <Override PartName="/ppt/slideLayouts/slideLayout39.xml" ContentType="application/vnd.openxmlformats-officedocument.presentationml.slideLayout+xml"/>
  <Override PartName="/ppt/slides/slide40.xml" ContentType="application/vnd.openxmlformats-officedocument.presentationml.slide+xml"/>
  <Override PartName="/ppt/slideLayouts/slideLayout40.xml" ContentType="application/vnd.openxmlformats-officedocument.presentationml.slideLayout+xml"/>
  <Override PartName="/ppt/slides/slide41.xml" ContentType="application/vnd.openxmlformats-officedocument.presentationml.slide+xml"/>
  <Override PartName="/ppt/slideLayouts/slideLayout41.xml" ContentType="application/vnd.openxmlformats-officedocument.presentationml.slideLayout+xml"/>
  <Override PartName="/ppt/slides/slide42.xml" ContentType="application/vnd.openxmlformats-officedocument.presentationml.slide+xml"/>
  <Override PartName="/ppt/slideLayouts/slideLayout42.xml" ContentType="application/vnd.openxmlformats-officedocument.presentationml.slideLayout+xml"/>
  <Override PartName="/ppt/slides/slide43.xml" ContentType="application/vnd.openxmlformats-officedocument.presentationml.slide+xml"/>
  <Override PartName="/ppt/slideLayouts/slideLayout43.xml" ContentType="application/vnd.openxmlformats-officedocument.presentationml.slideLayout+xml"/>
  <Override PartName="/ppt/slides/slide44.xml" ContentType="application/vnd.openxmlformats-officedocument.presentationml.slide+xml"/>
  <Override PartName="/ppt/slideLayouts/slideLayout44.xml" ContentType="application/vnd.openxmlformats-officedocument.presentationml.slideLayout+xml"/>
  <Override PartName="/ppt/slides/slide45.xml" ContentType="application/vnd.openxmlformats-officedocument.presentationml.slide+xml"/>
  <Override PartName="/ppt/slideLayouts/slideLayout45.xml" ContentType="application/vnd.openxmlformats-officedocument.presentationml.slideLayout+xml"/>
  <Override PartName="/ppt/slides/slide46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47.xml" ContentType="application/vnd.openxmlformats-officedocument.presentationml.slide+xml"/>
  <Override PartName="/ppt/slideLayouts/slideLayout47.xml" ContentType="application/vnd.openxmlformats-officedocument.presentationml.slideLayout+xml"/>
  <Override PartName="/ppt/slides/slide48.xml" ContentType="application/vnd.openxmlformats-officedocument.presentationml.slide+xml"/>
  <Override PartName="/ppt/slideLayouts/slideLayout48.xml" ContentType="application/vnd.openxmlformats-officedocument.presentationml.slideLayout+xml"/>
  <Override PartName="/ppt/slides/slide49.xml" ContentType="application/vnd.openxmlformats-officedocument.presentationml.slide+xml"/>
  <Override PartName="/ppt/slideLayouts/slideLayout49.xml" ContentType="application/vnd.openxmlformats-officedocument.presentationml.slideLayout+xml"/>
  <Override PartName="/ppt/slides/slide50.xml" ContentType="application/vnd.openxmlformats-officedocument.presentationml.slide+xml"/>
  <Override PartName="/ppt/slideLayouts/slideLayout50.xml" ContentType="application/vnd.openxmlformats-officedocument.presentationml.slideLayout+xml"/>
  <Override PartName="/ppt/slides/slide51.xml" ContentType="application/vnd.openxmlformats-officedocument.presentationml.slide+xml"/>
  <Override PartName="/ppt/slideLayouts/slideLayout51.xml" ContentType="application/vnd.openxmlformats-officedocument.presentationml.slideLayout+xml"/>
  <Override PartName="/ppt/slides/slide52.xml" ContentType="application/vnd.openxmlformats-officedocument.presentationml.slide+xml"/>
  <Override PartName="/ppt/slideLayouts/slideLayout52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53.xml" ContentType="application/vnd.openxmlformats-officedocument.presentationml.slideLayout+xml"/>
  <Override PartName="/ppt/slides/slide54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55.xml" ContentType="application/vnd.openxmlformats-officedocument.presentationml.slide+xml"/>
  <Override PartName="/ppt/slideLayouts/slideLayout55.xml" ContentType="application/vnd.openxmlformats-officedocument.presentationml.slideLayout+xml"/>
  <Override PartName="/ppt/slides/slide56.xml" ContentType="application/vnd.openxmlformats-officedocument.presentationml.slide+xml"/>
  <Override PartName="/ppt/slideLayouts/slideLayout56.xml" ContentType="application/vnd.openxmlformats-officedocument.presentationml.slideLayout+xml"/>
  <Override PartName="/ppt/slides/slide57.xml" ContentType="application/vnd.openxmlformats-officedocument.presentationml.slide+xml"/>
  <Override PartName="/ppt/slideLayouts/slideLayout57.xml" ContentType="application/vnd.openxmlformats-officedocument.presentationml.slideLayout+xml"/>
  <Override PartName="/ppt/slides/slide58.xml" ContentType="application/vnd.openxmlformats-officedocument.presentationml.slide+xml"/>
  <Override PartName="/ppt/slideLayouts/slideLayout58.xml" ContentType="application/vnd.openxmlformats-officedocument.presentationml.slideLayout+xml"/>
  <Override PartName="/ppt/slides/slide59.xml" ContentType="application/vnd.openxmlformats-officedocument.presentationml.slide+xml"/>
  <Override PartName="/ppt/slideLayouts/slideLayout59.xml" ContentType="application/vnd.openxmlformats-officedocument.presentationml.slideLayout+xml"/>
  <Override PartName="/ppt/slides/slide60.xml" ContentType="application/vnd.openxmlformats-officedocument.presentationml.slide+xml"/>
  <Override PartName="/ppt/slideLayouts/slideLayout60.xml" ContentType="application/vnd.openxmlformats-officedocument.presentationml.slideLayout+xml"/>
  <Override PartName="/ppt/slides/slide61.xml" ContentType="application/vnd.openxmlformats-officedocument.presentationml.slide+xml"/>
  <Override PartName="/ppt/slideLayouts/slideLayout61.xml" ContentType="application/vnd.openxmlformats-officedocument.presentationml.slideLayout+xml"/>
  <Override PartName="/ppt/slides/slide62.xml" ContentType="application/vnd.openxmlformats-officedocument.presentationml.slide+xml"/>
  <Override PartName="/ppt/slideLayouts/slideLayout62.xml" ContentType="application/vnd.openxmlformats-officedocument.presentationml.slideLayout+xml"/>
  <Override PartName="/ppt/slides/slide63.xml" ContentType="application/vnd.openxmlformats-officedocument.presentationml.slide+xml"/>
  <Override PartName="/ppt/slideLayouts/slideLayout63.xml" ContentType="application/vnd.openxmlformats-officedocument.presentationml.slideLayout+xml"/>
  <Override PartName="/ppt/slides/slide64.xml" ContentType="application/vnd.openxmlformats-officedocument.presentationml.slide+xml"/>
  <Override PartName="/ppt/slideLayouts/slideLayout64.xml" ContentType="application/vnd.openxmlformats-officedocument.presentationml.slideLayout+xml"/>
  <Override PartName="/ppt/slides/slide65.xml" ContentType="application/vnd.openxmlformats-officedocument.presentationml.slide+xml"/>
  <Override PartName="/ppt/slideLayouts/slideLayout65.xml" ContentType="application/vnd.openxmlformats-officedocument.presentationml.slideLayout+xml"/>
  <Override PartName="/ppt/theme/theme1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22" r:id="rId7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B875558E-B8BD-9840-B0BB-F41E752821BE}">
  <a:tblStyle styleId="{B875558E-B8BD-9840-B0BB-F41E752821BE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slide" Target="slides/slide9.xml"/>
   <Relationship Id="rId10" Type="http://schemas.openxmlformats.org/officeDocument/2006/relationships/slide" Target="slides/slide10.xml"/>
   <Relationship Id="rId11" Type="http://schemas.openxmlformats.org/officeDocument/2006/relationships/slide" Target="slides/slide11.xml"/>
   <Relationship Id="rId12" Type="http://schemas.openxmlformats.org/officeDocument/2006/relationships/slide" Target="slides/slide12.xml"/>
   <Relationship Id="rId13" Type="http://schemas.openxmlformats.org/officeDocument/2006/relationships/slide" Target="slides/slide13.xml"/>
   <Relationship Id="rId14" Type="http://schemas.openxmlformats.org/officeDocument/2006/relationships/slide" Target="slides/slide14.xml"/>
   <Relationship Id="rId15" Type="http://schemas.openxmlformats.org/officeDocument/2006/relationships/slide" Target="slides/slide15.xml"/>
   <Relationship Id="rId16" Type="http://schemas.openxmlformats.org/officeDocument/2006/relationships/slide" Target="slides/slide16.xml"/>
   <Relationship Id="rId17" Type="http://schemas.openxmlformats.org/officeDocument/2006/relationships/slide" Target="slides/slide17.xml"/>
   <Relationship Id="rId18" Type="http://schemas.openxmlformats.org/officeDocument/2006/relationships/slide" Target="slides/slide18.xml"/>
   <Relationship Id="rId19" Type="http://schemas.openxmlformats.org/officeDocument/2006/relationships/slide" Target="slides/slide19.xml"/>
   <Relationship Id="rId20" Type="http://schemas.openxmlformats.org/officeDocument/2006/relationships/slide" Target="slides/slide20.xml"/>
   <Relationship Id="rId21" Type="http://schemas.openxmlformats.org/officeDocument/2006/relationships/slide" Target="slides/slide21.xml"/>
   <Relationship Id="rId22" Type="http://schemas.openxmlformats.org/officeDocument/2006/relationships/slide" Target="slides/slide22.xml"/>
   <Relationship Id="rId23" Type="http://schemas.openxmlformats.org/officeDocument/2006/relationships/slide" Target="slides/slide23.xml"/>
   <Relationship Id="rId24" Type="http://schemas.openxmlformats.org/officeDocument/2006/relationships/slide" Target="slides/slide24.xml"/>
   <Relationship Id="rId25" Type="http://schemas.openxmlformats.org/officeDocument/2006/relationships/slide" Target="slides/slide25.xml"/>
   <Relationship Id="rId26" Type="http://schemas.openxmlformats.org/officeDocument/2006/relationships/slide" Target="slides/slide26.xml"/>
   <Relationship Id="rId27" Type="http://schemas.openxmlformats.org/officeDocument/2006/relationships/slide" Target="slides/slide27.xml"/>
   <Relationship Id="rId28" Type="http://schemas.openxmlformats.org/officeDocument/2006/relationships/slide" Target="slides/slide28.xml"/>
   <Relationship Id="rId29" Type="http://schemas.openxmlformats.org/officeDocument/2006/relationships/slide" Target="slides/slide29.xml"/>
   <Relationship Id="rId30" Type="http://schemas.openxmlformats.org/officeDocument/2006/relationships/slide" Target="slides/slide30.xml"/>
   <Relationship Id="rId31" Type="http://schemas.openxmlformats.org/officeDocument/2006/relationships/slide" Target="slides/slide31.xml"/>
   <Relationship Id="rId32" Type="http://schemas.openxmlformats.org/officeDocument/2006/relationships/slide" Target="slides/slide32.xml"/>
   <Relationship Id="rId33" Type="http://schemas.openxmlformats.org/officeDocument/2006/relationships/slide" Target="slides/slide33.xml"/>
   <Relationship Id="rId34" Type="http://schemas.openxmlformats.org/officeDocument/2006/relationships/slide" Target="slides/slide34.xml"/>
   <Relationship Id="rId35" Type="http://schemas.openxmlformats.org/officeDocument/2006/relationships/slide" Target="slides/slide35.xml"/>
   <Relationship Id="rId36" Type="http://schemas.openxmlformats.org/officeDocument/2006/relationships/slide" Target="slides/slide36.xml"/>
   <Relationship Id="rId37" Type="http://schemas.openxmlformats.org/officeDocument/2006/relationships/slide" Target="slides/slide37.xml"/>
   <Relationship Id="rId38" Type="http://schemas.openxmlformats.org/officeDocument/2006/relationships/slide" Target="slides/slide38.xml"/>
   <Relationship Id="rId39" Type="http://schemas.openxmlformats.org/officeDocument/2006/relationships/slide" Target="slides/slide39.xml"/>
   <Relationship Id="rId40" Type="http://schemas.openxmlformats.org/officeDocument/2006/relationships/slide" Target="slides/slide40.xml"/>
   <Relationship Id="rId41" Type="http://schemas.openxmlformats.org/officeDocument/2006/relationships/slide" Target="slides/slide41.xml"/>
   <Relationship Id="rId42" Type="http://schemas.openxmlformats.org/officeDocument/2006/relationships/slide" Target="slides/slide42.xml"/>
   <Relationship Id="rId43" Type="http://schemas.openxmlformats.org/officeDocument/2006/relationships/slide" Target="slides/slide43.xml"/>
   <Relationship Id="rId44" Type="http://schemas.openxmlformats.org/officeDocument/2006/relationships/slide" Target="slides/slide44.xml"/>
   <Relationship Id="rId45" Type="http://schemas.openxmlformats.org/officeDocument/2006/relationships/slide" Target="slides/slide45.xml"/>
   <Relationship Id="rId46" Type="http://schemas.openxmlformats.org/officeDocument/2006/relationships/slide" Target="slides/slide46.xml"/>
   <Relationship Id="rId47" Type="http://schemas.openxmlformats.org/officeDocument/2006/relationships/slide" Target="slides/slide47.xml"/>
   <Relationship Id="rId48" Type="http://schemas.openxmlformats.org/officeDocument/2006/relationships/slide" Target="slides/slide48.xml"/>
   <Relationship Id="rId49" Type="http://schemas.openxmlformats.org/officeDocument/2006/relationships/slide" Target="slides/slide49.xml"/>
   <Relationship Id="rId50" Type="http://schemas.openxmlformats.org/officeDocument/2006/relationships/slide" Target="slides/slide50.xml"/>
   <Relationship Id="rId51" Type="http://schemas.openxmlformats.org/officeDocument/2006/relationships/slide" Target="slides/slide51.xml"/>
   <Relationship Id="rId52" Type="http://schemas.openxmlformats.org/officeDocument/2006/relationships/slide" Target="slides/slide52.xml"/>
   <Relationship Id="rId53" Type="http://schemas.openxmlformats.org/officeDocument/2006/relationships/slide" Target="slides/slide53.xml"/>
   <Relationship Id="rId54" Type="http://schemas.openxmlformats.org/officeDocument/2006/relationships/slide" Target="slides/slide54.xml"/>
   <Relationship Id="rId55" Type="http://schemas.openxmlformats.org/officeDocument/2006/relationships/slide" Target="slides/slide55.xml"/>
   <Relationship Id="rId56" Type="http://schemas.openxmlformats.org/officeDocument/2006/relationships/slide" Target="slides/slide56.xml"/>
   <Relationship Id="rId57" Type="http://schemas.openxmlformats.org/officeDocument/2006/relationships/slide" Target="slides/slide57.xml"/>
   <Relationship Id="rId58" Type="http://schemas.openxmlformats.org/officeDocument/2006/relationships/slide" Target="slides/slide58.xml"/>
   <Relationship Id="rId59" Type="http://schemas.openxmlformats.org/officeDocument/2006/relationships/slide" Target="slides/slide59.xml"/>
   <Relationship Id="rId60" Type="http://schemas.openxmlformats.org/officeDocument/2006/relationships/slide" Target="slides/slide60.xml"/>
   <Relationship Id="rId61" Type="http://schemas.openxmlformats.org/officeDocument/2006/relationships/slide" Target="slides/slide61.xml"/>
   <Relationship Id="rId62" Type="http://schemas.openxmlformats.org/officeDocument/2006/relationships/slide" Target="slides/slide62.xml"/>
   <Relationship Id="rId63" Type="http://schemas.openxmlformats.org/officeDocument/2006/relationships/slide" Target="slides/slide63.xml"/>
   <Relationship Id="rId64" Type="http://schemas.openxmlformats.org/officeDocument/2006/relationships/slide" Target="slides/slide64.xml"/>
   <Relationship Id="rId65" Type="http://schemas.openxmlformats.org/officeDocument/2006/relationships/slide" Target="slides/slide65.xml"/>
   <Relationship Id="rId66" Type="http://schemas.openxmlformats.org/officeDocument/2006/relationships/viewProps" Target="viewProps.xml"/>
   <Relationship Id="rId67" Type="http://schemas.openxmlformats.org/officeDocument/2006/relationships/presProps" Target="presProps.xml"/>
   <Relationship Id="rId68" Type="http://schemas.openxmlformats.org/officeDocument/2006/relationships/tableStyles" Target="tableStyles.xml"/>
   <Relationship Id="rId69" Type="http://schemas.openxmlformats.org/officeDocument/2006/relationships/theme" Target="theme/theme1.xml"/>
   <Relationship Id="rId70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673100" x="264160"/>
            <a:ext cy="4826000" cx="861568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able Placeholder 1"/>
          <p:cNvSpPr>
            <a:spLocks noGrp="1"/>
          </p:cNvSpPr>
          <p:nvPr>
            <p:ph idx="1" type="tbl"/>
          </p:nvPr>
        </p:nvSpPr>
        <p:spPr>
          <a:xfrm>
            <a:off y="1181100" x="1722755"/>
            <a:ext cy="2667000" cx="569785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02510"/>
            <a:ext cy="4191000" cx="45389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02510"/>
            <a:ext cy="2540000" cx="453898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93240"/>
            <a:ext cy="1143000" cx="555688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93240"/>
            <a:ext cy="2286000" cx="555688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59965"/>
            <a:ext cy="4191000" cx="46240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59965"/>
            <a:ext cy="2540000" cx="462407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25040"/>
            <a:ext cy="4191000" cx="46939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25040"/>
            <a:ext cy="2540000" cx="469392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57120"/>
            <a:ext cy="4191000" cx="44291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57120"/>
            <a:ext cy="2540000" cx="442912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57120"/>
            <a:ext cy="4191000" cx="44291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57120"/>
            <a:ext cy="2540000" cx="442912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648460"/>
            <a:ext cy="1143000" cx="584644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648460"/>
            <a:ext cy="2286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196465"/>
            <a:ext cy="4191000" cx="47510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196465"/>
            <a:ext cy="2540000" cx="475107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4191000" cx="46462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2540000" cx="464629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22755"/>
            <a:ext cy="1143000" cx="569785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22755"/>
            <a:ext cy="2286000" cx="56978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4191000" cx="84099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2540000" cx="840994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22755"/>
            <a:ext cy="1143000" cx="569785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22755"/>
            <a:ext cy="1905000" cx="56978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98525"/>
            <a:ext cy="4191000" cx="73469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45005"/>
            <a:ext cy="4191000" cx="525399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98525"/>
            <a:ext cy="2540000" cx="73469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45005"/>
            <a:ext cy="2540000" cx="525399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98525"/>
            <a:ext cy="4191000" cx="73469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45005"/>
            <a:ext cy="4191000" cx="525399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98525"/>
            <a:ext cy="2540000" cx="73469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45005"/>
            <a:ext cy="2540000" cx="525399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85365"/>
            <a:ext cy="2286000" cx="45732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337560"/>
            <a:ext cy="762000" cx="24688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114675"/>
            <a:ext cy="1778000" cx="291401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13535"/>
            <a:ext cy="4191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13535"/>
            <a:ext cy="4191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13535"/>
            <a:ext cy="3048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660015"/>
            <a:ext cy="762000" cx="38239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530475"/>
            <a:ext cy="1905000" cx="40830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508885"/>
            <a:ext cy="2159000" cx="41262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55445"/>
            <a:ext cy="4064000" cx="5832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55445"/>
            <a:ext cy="1778000" cx="5832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615315"/>
            <a:ext cy="4064000" cx="79127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35530"/>
            <a:ext cy="4064000" cx="44723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615315"/>
            <a:ext cy="4064000" cx="791273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335530"/>
            <a:ext cy="4064000" cx="44723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615315"/>
            <a:ext cy="2159000" cx="791273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152900" x="2335530"/>
            <a:ext cy="2159000" cx="447230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095375"/>
            <a:ext cy="4064000" cx="695261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095375"/>
            <a:ext cy="4064000" cx="695261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095375"/>
            <a:ext cy="1778000" cx="695261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576705"/>
            <a:ext cy="1905000" cx="599059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1930400" x="1691640"/>
            <a:ext cy="4321810" cx="57607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slideLayout" Target="../slideLayouts/slideLayout9.xml"/>
   <Relationship Id="rId10" Type="http://schemas.openxmlformats.org/officeDocument/2006/relationships/slideLayout" Target="../slideLayouts/slideLayout10.xml"/>
   <Relationship Id="rId11" Type="http://schemas.openxmlformats.org/officeDocument/2006/relationships/slideLayout" Target="../slideLayouts/slideLayout11.xml"/>
   <Relationship Id="rId12" Type="http://schemas.openxmlformats.org/officeDocument/2006/relationships/slideLayout" Target="../slideLayouts/slideLayout12.xml"/>
   <Relationship Id="rId13" Type="http://schemas.openxmlformats.org/officeDocument/2006/relationships/slideLayout" Target="../slideLayouts/slideLayout13.xml"/>
   <Relationship Id="rId14" Type="http://schemas.openxmlformats.org/officeDocument/2006/relationships/slideLayout" Target="../slideLayouts/slideLayout14.xml"/>
   <Relationship Id="rId15" Type="http://schemas.openxmlformats.org/officeDocument/2006/relationships/slideLayout" Target="../slideLayouts/slideLayout15.xml"/>
   <Relationship Id="rId16" Type="http://schemas.openxmlformats.org/officeDocument/2006/relationships/slideLayout" Target="../slideLayouts/slideLayout16.xml"/>
   <Relationship Id="rId17" Type="http://schemas.openxmlformats.org/officeDocument/2006/relationships/slideLayout" Target="../slideLayouts/slideLayout17.xml"/>
   <Relationship Id="rId18" Type="http://schemas.openxmlformats.org/officeDocument/2006/relationships/slideLayout" Target="../slideLayouts/slideLayout18.xml"/>
   <Relationship Id="rId19" Type="http://schemas.openxmlformats.org/officeDocument/2006/relationships/slideLayout" Target="../slideLayouts/slideLayout19.xml"/>
   <Relationship Id="rId20" Type="http://schemas.openxmlformats.org/officeDocument/2006/relationships/slideLayout" Target="../slideLayouts/slideLayout20.xml"/>
   <Relationship Id="rId21" Type="http://schemas.openxmlformats.org/officeDocument/2006/relationships/slideLayout" Target="../slideLayouts/slideLayout21.xml"/>
   <Relationship Id="rId22" Type="http://schemas.openxmlformats.org/officeDocument/2006/relationships/slideLayout" Target="../slideLayouts/slideLayout22.xml"/>
   <Relationship Id="rId23" Type="http://schemas.openxmlformats.org/officeDocument/2006/relationships/slideLayout" Target="../slideLayouts/slideLayout23.xml"/>
   <Relationship Id="rId24" Type="http://schemas.openxmlformats.org/officeDocument/2006/relationships/slideLayout" Target="../slideLayouts/slideLayout24.xml"/>
   <Relationship Id="rId25" Type="http://schemas.openxmlformats.org/officeDocument/2006/relationships/slideLayout" Target="../slideLayouts/slideLayout25.xml"/>
   <Relationship Id="rId26" Type="http://schemas.openxmlformats.org/officeDocument/2006/relationships/slideLayout" Target="../slideLayouts/slideLayout26.xml"/>
   <Relationship Id="rId27" Type="http://schemas.openxmlformats.org/officeDocument/2006/relationships/slideLayout" Target="../slideLayouts/slideLayout27.xml"/>
   <Relationship Id="rId28" Type="http://schemas.openxmlformats.org/officeDocument/2006/relationships/slideLayout" Target="../slideLayouts/slideLayout28.xml"/>
   <Relationship Id="rId29" Type="http://schemas.openxmlformats.org/officeDocument/2006/relationships/slideLayout" Target="../slideLayouts/slideLayout29.xml"/>
   <Relationship Id="rId30" Type="http://schemas.openxmlformats.org/officeDocument/2006/relationships/slideLayout" Target="../slideLayouts/slideLayout30.xml"/>
   <Relationship Id="rId31" Type="http://schemas.openxmlformats.org/officeDocument/2006/relationships/slideLayout" Target="../slideLayouts/slideLayout31.xml"/>
   <Relationship Id="rId32" Type="http://schemas.openxmlformats.org/officeDocument/2006/relationships/slideLayout" Target="../slideLayouts/slideLayout32.xml"/>
   <Relationship Id="rId33" Type="http://schemas.openxmlformats.org/officeDocument/2006/relationships/slideLayout" Target="../slideLayouts/slideLayout33.xml"/>
   <Relationship Id="rId34" Type="http://schemas.openxmlformats.org/officeDocument/2006/relationships/slideLayout" Target="../slideLayouts/slideLayout34.xml"/>
   <Relationship Id="rId35" Type="http://schemas.openxmlformats.org/officeDocument/2006/relationships/slideLayout" Target="../slideLayouts/slideLayout35.xml"/>
   <Relationship Id="rId36" Type="http://schemas.openxmlformats.org/officeDocument/2006/relationships/slideLayout" Target="../slideLayouts/slideLayout36.xml"/>
   <Relationship Id="rId37" Type="http://schemas.openxmlformats.org/officeDocument/2006/relationships/slideLayout" Target="../slideLayouts/slideLayout37.xml"/>
   <Relationship Id="rId38" Type="http://schemas.openxmlformats.org/officeDocument/2006/relationships/slideLayout" Target="../slideLayouts/slideLayout38.xml"/>
   <Relationship Id="rId39" Type="http://schemas.openxmlformats.org/officeDocument/2006/relationships/slideLayout" Target="../slideLayouts/slideLayout39.xml"/>
   <Relationship Id="rId40" Type="http://schemas.openxmlformats.org/officeDocument/2006/relationships/slideLayout" Target="../slideLayouts/slideLayout40.xml"/>
   <Relationship Id="rId41" Type="http://schemas.openxmlformats.org/officeDocument/2006/relationships/slideLayout" Target="../slideLayouts/slideLayout41.xml"/>
   <Relationship Id="rId42" Type="http://schemas.openxmlformats.org/officeDocument/2006/relationships/slideLayout" Target="../slideLayouts/slideLayout42.xml"/>
   <Relationship Id="rId43" Type="http://schemas.openxmlformats.org/officeDocument/2006/relationships/slideLayout" Target="../slideLayouts/slideLayout43.xml"/>
   <Relationship Id="rId44" Type="http://schemas.openxmlformats.org/officeDocument/2006/relationships/slideLayout" Target="../slideLayouts/slideLayout44.xml"/>
   <Relationship Id="rId45" Type="http://schemas.openxmlformats.org/officeDocument/2006/relationships/slideLayout" Target="../slideLayouts/slideLayout45.xml"/>
   <Relationship Id="rId46" Type="http://schemas.openxmlformats.org/officeDocument/2006/relationships/slideLayout" Target="../slideLayouts/slideLayout46.xml"/>
   <Relationship Id="rId47" Type="http://schemas.openxmlformats.org/officeDocument/2006/relationships/slideLayout" Target="../slideLayouts/slideLayout47.xml"/>
   <Relationship Id="rId48" Type="http://schemas.openxmlformats.org/officeDocument/2006/relationships/slideLayout" Target="../slideLayouts/slideLayout48.xml"/>
   <Relationship Id="rId49" Type="http://schemas.openxmlformats.org/officeDocument/2006/relationships/slideLayout" Target="../slideLayouts/slideLayout49.xml"/>
   <Relationship Id="rId50" Type="http://schemas.openxmlformats.org/officeDocument/2006/relationships/slideLayout" Target="../slideLayouts/slideLayout50.xml"/>
   <Relationship Id="rId51" Type="http://schemas.openxmlformats.org/officeDocument/2006/relationships/slideLayout" Target="../slideLayouts/slideLayout51.xml"/>
   <Relationship Id="rId52" Type="http://schemas.openxmlformats.org/officeDocument/2006/relationships/slideLayout" Target="../slideLayouts/slideLayout52.xml"/>
   <Relationship Id="rId53" Type="http://schemas.openxmlformats.org/officeDocument/2006/relationships/slideLayout" Target="../slideLayouts/slideLayout53.xml"/>
   <Relationship Id="rId54" Type="http://schemas.openxmlformats.org/officeDocument/2006/relationships/slideLayout" Target="../slideLayouts/slideLayout54.xml"/>
   <Relationship Id="rId55" Type="http://schemas.openxmlformats.org/officeDocument/2006/relationships/slideLayout" Target="../slideLayouts/slideLayout55.xml"/>
   <Relationship Id="rId56" Type="http://schemas.openxmlformats.org/officeDocument/2006/relationships/slideLayout" Target="../slideLayouts/slideLayout56.xml"/>
   <Relationship Id="rId57" Type="http://schemas.openxmlformats.org/officeDocument/2006/relationships/slideLayout" Target="../slideLayouts/slideLayout57.xml"/>
   <Relationship Id="rId58" Type="http://schemas.openxmlformats.org/officeDocument/2006/relationships/slideLayout" Target="../slideLayouts/slideLayout58.xml"/>
   <Relationship Id="rId59" Type="http://schemas.openxmlformats.org/officeDocument/2006/relationships/slideLayout" Target="../slideLayouts/slideLayout59.xml"/>
   <Relationship Id="rId60" Type="http://schemas.openxmlformats.org/officeDocument/2006/relationships/slideLayout" Target="../slideLayouts/slideLayout60.xml"/>
   <Relationship Id="rId61" Type="http://schemas.openxmlformats.org/officeDocument/2006/relationships/slideLayout" Target="../slideLayouts/slideLayout61.xml"/>
   <Relationship Id="rId62" Type="http://schemas.openxmlformats.org/officeDocument/2006/relationships/slideLayout" Target="../slideLayouts/slideLayout62.xml"/>
   <Relationship Id="rId63" Type="http://schemas.openxmlformats.org/officeDocument/2006/relationships/slideLayout" Target="../slideLayouts/slideLayout63.xml"/>
   <Relationship Id="rId64" Type="http://schemas.openxmlformats.org/officeDocument/2006/relationships/slideLayout" Target="../slideLayouts/slideLayout64.xml"/>
   <Relationship Id="rId65" Type="http://schemas.openxmlformats.org/officeDocument/2006/relationships/slideLayout" Target="../slideLayouts/slideLayout65.xml"/>
   <Relationship Id="rId66" Type="http://schemas.openxmlformats.org/officeDocument/2006/relationships/theme" Target="../theme/theme1.xml"/>
   <Relationship Id="rId67" Type="http://schemas.openxmlformats.org/officeDocument/2006/relationships/slideLayout" Target="../slideLayouts/slideLayout66.xml"/>
   <Relationship Id="rId68" Type="http://schemas.openxmlformats.org/officeDocument/2006/relationships/slideLayout" Target="../slideLayouts/slideLayout67.xml"/>
   <Relationship Id="rId69" Type="http://schemas.openxmlformats.org/officeDocument/2006/relationships/slideLayout" Target="../slideLayouts/slideLayout68.xml"/>
   <Relationship Id="rId70" Type="http://schemas.openxmlformats.org/officeDocument/2006/relationships/slideLayout" Target="../slideLayouts/slideLayout69.xml"/>
   <Relationship Id="rId71" Type="http://schemas.openxmlformats.org/officeDocument/2006/relationships/slideLayout" Target="../slideLayouts/slideLayout70.xml"/>
   <Relationship Id="rId72" Type="http://schemas.openxmlformats.org/officeDocument/2006/relationships/slideLayout" Target="../slideLayouts/slideLayout71.xml"/>
   <Relationship Id="rId73" Type="http://schemas.openxmlformats.org/officeDocument/2006/relationships/slideLayout" Target="../slideLayouts/slideLayout72.xml"/>
   <Relationship Id="rId74" Type="http://schemas.openxmlformats.org/officeDocument/2006/relationships/slideLayout" Target="../slideLayouts/slideLayout73.xml"/>
   <Relationship Id="rId75" Type="http://schemas.openxmlformats.org/officeDocument/2006/relationships/slideLayout" Target="../slideLayouts/slideLayout74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43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444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445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46F0A-34EF-1948-8C7A-1FCD57A98C03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46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447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922AA-2931-2A40-A46F-9485EA2A2F68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  <p:sldLayoutId id="2147483721" r:id="rId75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   <Relationship Id="rId2" Type="http://schemas.openxmlformats.org/officeDocument/2006/relationships/image" Target="../media/SGPlot20.png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   <Relationship Id="rId2" Type="http://schemas.openxmlformats.org/officeDocument/2006/relationships/image" Target="../media/SGPlot21.png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   <Relationship Id="rId2" Type="http://schemas.openxmlformats.org/officeDocument/2006/relationships/image" Target="../media/SGPlot22.png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</Relationships>

</file>

<file path=ppt/slides/_rels/slide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9.xml"/>
</Relationships>

</file>

<file path=ppt/slides/_rels/slide1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0.xml"/>
</Relationships>

</file>

<file path=ppt/slides/_rels/slide1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1.xml"/>
</Relationships>

</file>

<file path=ppt/slides/_rels/slide1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2.xml"/>
</Relationships>

</file>

<file path=ppt/slides/_rels/slide1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4.xml"/>
</Relationships>

</file>

<file path=ppt/slides/_rels/slide1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5.xml"/>
</Relationships>

</file>

<file path=ppt/slides/_rels/slide1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6.xml"/>
</Relationships>

</file>

<file path=ppt/slides/_rels/slide1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7.xml"/>
</Relationships>

</file>

<file path=ppt/slides/_rels/slide1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8.xml"/>
</Relationships>

</file>

<file path=ppt/slides/_rels/slide1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9.xml"/>
</Relationships>

</file>

<file path=ppt/slides/_rels/slide2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0.xml"/>
</Relationships>

</file>

<file path=ppt/slides/_rels/slide2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1.xml"/>
</Relationships>

</file>

<file path=ppt/slides/_rels/slide2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2.xml"/>
</Relationships>

</file>

<file path=ppt/slides/_rels/slide2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3.xml"/>
</Relationships>

</file>

<file path=ppt/slides/_rels/slide2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4.xml"/>
</Relationships>

</file>

<file path=ppt/slides/_rels/slide2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5.xml"/>
</Relationships>

</file>

<file path=ppt/slides/_rels/slide2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6.xml"/>
</Relationships>

</file>

<file path=ppt/slides/_rels/slide2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7.xml"/>
</Relationships>

</file>

<file path=ppt/slides/_rels/slide2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8.xml"/>
</Relationships>

</file>

<file path=ppt/slides/_rels/slide2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9.xml"/>
</Relationships>

</file>

<file path=ppt/slides/_rels/slide3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0.xml"/>
</Relationships>

</file>

<file path=ppt/slides/_rels/slide3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1.xml"/>
</Relationships>

</file>

<file path=ppt/slides/_rels/slide3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2.xml"/>
</Relationships>

</file>

<file path=ppt/slides/_rels/slide3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3.xml"/>
</Relationships>

</file>

<file path=ppt/slides/_rels/slide3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4.xml"/>
</Relationships>

</file>

<file path=ppt/slides/_rels/slide3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5.xml"/>
</Relationships>

</file>

<file path=ppt/slides/_rels/slide3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6.xml"/>
</Relationships>

</file>

<file path=ppt/slides/_rels/slide3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7.xml"/>
</Relationships>

</file>

<file path=ppt/slides/_rels/slide3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8.xml"/>
</Relationships>

</file>

<file path=ppt/slides/_rels/slide3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9.xml"/>
</Relationships>

</file>

<file path=ppt/slides/_rels/slide4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0.xml"/>
</Relationships>

</file>

<file path=ppt/slides/_rels/slide4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1.xml"/>
</Relationships>

</file>

<file path=ppt/slides/_rels/slide4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2.xml"/>
</Relationships>

</file>

<file path=ppt/slides/_rels/slide4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3.xml"/>
</Relationships>

</file>

<file path=ppt/slides/_rels/slide4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4.xml"/>
</Relationships>

</file>

<file path=ppt/slides/_rels/slide4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5.xml"/>
</Relationships>

</file>

<file path=ppt/slides/_rels/slide4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6.xml"/>
</Relationships>

</file>

<file path=ppt/slides/_rels/slide4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7.xml"/>
</Relationships>

</file>

<file path=ppt/slides/_rels/slide4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8.xml"/>
</Relationships>

</file>

<file path=ppt/slides/_rels/slide4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9.xml"/>
</Relationships>

</file>

<file path=ppt/slides/_rels/slide5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0.xml"/>
</Relationships>

</file>

<file path=ppt/slides/_rels/slide5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1.xml"/>
</Relationships>

</file>

<file path=ppt/slides/_rels/slide5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2.xml"/>
</Relationships>

</file>

<file path=ppt/slides/_rels/slide5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3.xml"/>
</Relationships>

</file>

<file path=ppt/slides/_rels/slide5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4.xml"/>
</Relationships>

</file>

<file path=ppt/slides/_rels/slide5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5.xml"/>
</Relationships>

</file>

<file path=ppt/slides/_rels/slide5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6.xml"/>
</Relationships>

</file>

<file path=ppt/slides/_rels/slide5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7.xml"/>
</Relationships>

</file>

<file path=ppt/slides/_rels/slide5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8.xml"/>
</Relationships>

</file>

<file path=ppt/slides/_rels/slide5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9.xml"/>
</Relationships>

</file>

<file path=ppt/slides/_rels/slide6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0.xml"/>
</Relationships>

</file>

<file path=ppt/slides/_rels/slide6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1.xml"/>
</Relationships>

</file>

<file path=ppt/slides/_rels/slide6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2.xml"/>
</Relationships>

</file>

<file path=ppt/slides/_rels/slide6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3.xml"/>
</Relationships>

</file>

<file path=ppt/slides/_rels/slide6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4.xml"/>
</Relationships>

</file>

<file path=ppt/slides/_rels/slide6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5.xml"/>
   <Relationship Id="rId2" Type="http://schemas.openxmlformats.org/officeDocument/2006/relationships/image" Target="../media/ROCCurve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ph type="tbl" idx="1"/>
          </p:nvPr>
        </p:nvGraphicFramePr>
        <p:xfrm>
          <a:off x="264160" y="673100"/>
          <a:ext cy="4826000" cx="861568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277620"/>
                <a:gridCol w="895985"/>
                <a:gridCol w="967740"/>
                <a:gridCol w="1027430"/>
                <a:gridCol w="1094740"/>
                <a:gridCol w="1094740"/>
                <a:gridCol w="995045"/>
                <a:gridCol w="1262380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GENDER-Alcohol_Consumption表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Alcohol_Consumption(Alcohol_Consumption)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1-7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8-14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15-21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22-28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days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28.40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56.52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64.84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67.57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58.93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66.67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56.80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35.16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27.60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roc Note 1"/>
          <p:cNvSpPr txBox="1">
            <a:spLocks noGrp="1"/>
          </p:cNvSpPr>
          <p:nvPr/>
        </p:nvSpPr>
        <p:spPr>
          <a:xfrm>
            <a:off y="5562600" x="1767840"/>
            <a:ext cy="381000" cx="560832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表“Alcohol_Consumption-GENDER”的统计量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Proc Title 1"/>
          <p:cNvSpPr txBox="1">
            <a:spLocks noGrp="1"/>
          </p:cNvSpPr>
          <p:nvPr/>
        </p:nvSpPr>
        <p:spPr>
          <a:xfrm>
            <a:off y="228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Proc Title 2"/>
          <p:cNvSpPr txBox="1">
            <a:spLocks noGrp="1"/>
          </p:cNvSpPr>
          <p:nvPr/>
        </p:nvSpPr>
        <p:spPr>
          <a:xfrm>
            <a:off y="6096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" name="Proc Title 3"/>
          <p:cNvSpPr txBox="1">
            <a:spLocks noGrp="1"/>
          </p:cNvSpPr>
          <p:nvPr/>
        </p:nvSpPr>
        <p:spPr>
          <a:xfrm>
            <a:off y="7366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表“Alcohol_Consumption-GENDER”的统计量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" name="Table 2"/>
          <p:cNvGraphicFramePr>
            <a:graphicFrameLocks noGrp="1"/>
          </p:cNvGraphicFramePr>
          <p:nvPr>
            <p:ph type="tbl" idx="1"/>
          </p:nvPr>
        </p:nvGraphicFramePr>
        <p:xfrm>
          <a:off x="1722755" y="1181100"/>
          <a:ext cy="2667000" cx="569785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21.5191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21.8146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11.9107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Proc Note 1"/>
          <p:cNvSpPr txBox="1">
            <a:spLocks noGrp="1"/>
          </p:cNvSpPr>
          <p:nvPr/>
        </p:nvSpPr>
        <p:spPr>
          <a:xfrm>
            <a:off y="39116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16" title="SGPlot 过程" name="SGPlot20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0" title="SGPlot 过程" name="SGPlot21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1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4" title="SGPlot 过程" name="SGPlot22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5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" name="Table 3"/>
          <p:cNvGraphicFramePr>
            <a:graphicFrameLocks noGrp="1"/>
          </p:cNvGraphicFramePr>
          <p:nvPr>
            <p:ph type="tbl" idx="2"/>
          </p:nvPr>
        </p:nvGraphicFramePr>
        <p:xfrm>
          <a:off x="2302510" y="1930400"/>
          <a:ext cy="4191000" cx="453898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79475"/>
                <a:gridCol w="88011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HavingCVD-Depression表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79.60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76.80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23.20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6" name="Table 4"/>
          <p:cNvGraphicFramePr>
            <a:graphicFrameLocks noGrp="1"/>
          </p:cNvGraphicFramePr>
          <p:nvPr>
            <p:ph type="tbl" idx="2"/>
          </p:nvPr>
        </p:nvGraphicFramePr>
        <p:xfrm>
          <a:off x="2302510" y="1930400"/>
          <a:ext cy="2540000" cx="453898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79475"/>
                <a:gridCol w="88011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HavingCVD-Depression表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Proc Note 1"/>
          <p:cNvSpPr txBox="1">
            <a:spLocks noGrp="1"/>
          </p:cNvSpPr>
          <p:nvPr/>
        </p:nvSpPr>
        <p:spPr>
          <a:xfrm>
            <a:off y="4533900" x="2240280"/>
            <a:ext cy="381000" cx="466280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表“Depression-HavingCVD”的统计量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" name="Table 5"/>
          <p:cNvGraphicFramePr>
            <a:graphicFrameLocks noGrp="1"/>
          </p:cNvGraphicFramePr>
          <p:nvPr>
            <p:ph type="tbl" idx="3"/>
          </p:nvPr>
        </p:nvGraphicFramePr>
        <p:xfrm>
          <a:off x="1793240" y="4978400"/>
          <a:ext cy="1143000" cx="555688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96583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1.7246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1.7255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5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表“Depression-HavingCVD”的统计量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6" name="Table 6"/>
          <p:cNvGraphicFramePr>
            <a:graphicFrameLocks noGrp="1"/>
          </p:cNvGraphicFramePr>
          <p:nvPr>
            <p:ph type="tbl" idx="2"/>
          </p:nvPr>
        </p:nvGraphicFramePr>
        <p:xfrm>
          <a:off x="1793240" y="2438400"/>
          <a:ext cy="2286000" cx="555688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96583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1.5642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1.7234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2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3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表“Depression-HavingCVD”的统计量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54" name="Table 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0.1055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1" name="Table 8"/>
          <p:cNvGraphicFramePr>
            <a:graphicFrameLocks noGrp="1"/>
          </p:cNvGraphicFramePr>
          <p:nvPr>
            <p:ph type="tbl" idx="2"/>
          </p:nvPr>
        </p:nvGraphicFramePr>
        <p:xfrm>
          <a:off x="2259965" y="1930400"/>
          <a:ext cy="4191000" cx="46240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22020"/>
                <a:gridCol w="92265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HavingCVD-Skin_Cancer表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52.61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81.20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7" name="Table 9"/>
          <p:cNvGraphicFramePr>
            <a:graphicFrameLocks noGrp="1"/>
          </p:cNvGraphicFramePr>
          <p:nvPr>
            <p:ph type="tbl" idx="2"/>
          </p:nvPr>
        </p:nvGraphicFramePr>
        <p:xfrm>
          <a:off x="2259965" y="1930400"/>
          <a:ext cy="2540000" cx="46240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22020"/>
                <a:gridCol w="92265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HavingCVD-Skin_Cancer表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85.67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Proc Note 1"/>
          <p:cNvSpPr txBox="1">
            <a:spLocks noGrp="1"/>
          </p:cNvSpPr>
          <p:nvPr/>
        </p:nvSpPr>
        <p:spPr>
          <a:xfrm>
            <a:off y="4533900" x="2155825"/>
            <a:ext cy="381000" cx="483235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表“Skin_Cancer-HavingCVD”的统计量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9" name="Table 10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24.3725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24.7258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1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7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5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6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表“Skin_Cancer-HavingCVD”的统计量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7" name="Table 11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23.6503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24.3562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8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3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4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表“Skin_Cancer-HavingCVD”的统计量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85" name="Table 12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2" name="Table 13"/>
          <p:cNvGraphicFramePr>
            <a:graphicFrameLocks noGrp="1"/>
          </p:cNvGraphicFramePr>
          <p:nvPr>
            <p:ph type="tbl" idx="2"/>
          </p:nvPr>
        </p:nvGraphicFramePr>
        <p:xfrm>
          <a:off x="2225040" y="1930400"/>
          <a:ext cy="4191000" cx="469392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56945"/>
                <a:gridCol w="95758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HavingCVD-Other_Cancer表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79.87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67.71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8" name="Table 14"/>
          <p:cNvGraphicFramePr>
            <a:graphicFrameLocks noGrp="1"/>
          </p:cNvGraphicFramePr>
          <p:nvPr>
            <p:ph type="tbl" idx="2"/>
          </p:nvPr>
        </p:nvGraphicFramePr>
        <p:xfrm>
          <a:off x="2225040" y="1930400"/>
          <a:ext cy="2540000" cx="469392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56945"/>
                <a:gridCol w="95758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HavingCVD-Other_Cancer表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85.13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9" name="Proc Note 1"/>
          <p:cNvSpPr txBox="1">
            <a:spLocks noGrp="1"/>
          </p:cNvSpPr>
          <p:nvPr/>
        </p:nvSpPr>
        <p:spPr>
          <a:xfrm>
            <a:off y="4533900" x="2085340"/>
            <a:ext cy="381000" cx="497268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表“Other_Cancer-HavingCVD”的统计量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00" name="Table 15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32.8738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33.4938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1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2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6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7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表“Other_Cancer-HavingCVD”的统计量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08" name="Table 16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32.0468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32.8519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4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5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表“Other_Cancer-HavingCVD”的统计量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6" name="Table 1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7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2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3" name="Table 18"/>
          <p:cNvGraphicFramePr>
            <a:graphicFrameLocks noGrp="1"/>
          </p:cNvGraphicFramePr>
          <p:nvPr>
            <p:ph type="tbl" idx="2"/>
          </p:nvPr>
        </p:nvGraphicFramePr>
        <p:xfrm>
          <a:off x="2357120" y="1930400"/>
          <a:ext cy="4191000" cx="442912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HavingCVD-Exercise表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36.85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55.55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37.47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63.15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62.53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2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9" name="Table 19"/>
          <p:cNvGraphicFramePr>
            <a:graphicFrameLocks noGrp="1"/>
          </p:cNvGraphicFramePr>
          <p:nvPr>
            <p:ph type="tbl" idx="2"/>
          </p:nvPr>
        </p:nvGraphicFramePr>
        <p:xfrm>
          <a:off x="2357120" y="1930400"/>
          <a:ext cy="2540000" cx="442912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HavingCVD-Exercise表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70.33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Proc Note 1"/>
          <p:cNvSpPr txBox="1">
            <a:spLocks noGrp="1"/>
          </p:cNvSpPr>
          <p:nvPr/>
        </p:nvSpPr>
        <p:spPr>
          <a:xfrm>
            <a:off y="4533900" x="2395220"/>
            <a:ext cy="381000" cx="4352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1" name="Table 20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43.7372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44.1285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2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3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7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8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9" name="Table 21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42.9927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43.7080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-0.1708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-0.1708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4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5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6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7" name="Table 22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8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4" name="Table 23"/>
          <p:cNvGraphicFramePr>
            <a:graphicFrameLocks noGrp="1"/>
          </p:cNvGraphicFramePr>
          <p:nvPr>
            <p:ph type="tbl" idx="2"/>
          </p:nvPr>
        </p:nvGraphicFramePr>
        <p:xfrm>
          <a:off x="2357120" y="1930400"/>
          <a:ext cy="4191000" cx="442912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89.33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58.67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62.93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37.07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77.65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0" name="Table 24"/>
          <p:cNvGraphicFramePr>
            <a:graphicFrameLocks noGrp="1"/>
          </p:cNvGraphicFramePr>
          <p:nvPr>
            <p:ph type="tbl" idx="2"/>
          </p:nvPr>
        </p:nvGraphicFramePr>
        <p:xfrm>
          <a:off x="2357120" y="1930400"/>
          <a:ext cy="2540000" cx="442912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76.13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23.87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1" name="Proc Note 1"/>
          <p:cNvSpPr txBox="1">
            <a:spLocks noGrp="1"/>
          </p:cNvSpPr>
          <p:nvPr/>
        </p:nvSpPr>
        <p:spPr>
          <a:xfrm>
            <a:off y="4533900" x="2381250"/>
            <a:ext cy="381000" cx="438086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2" name="Table 25"/>
          <p:cNvGraphicFramePr>
            <a:graphicFrameLocks noGrp="1"/>
          </p:cNvGraphicFramePr>
          <p:nvPr>
            <p:ph type="tbl" idx="3"/>
          </p:nvPr>
        </p:nvGraphicFramePr>
        <p:xfrm>
          <a:off x="1648460" y="4978400"/>
          <a:ext cy="1143000" cx="584644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143.8376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150.4167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3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4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0" name="Table 26"/>
          <p:cNvGraphicFramePr>
            <a:graphicFrameLocks noGrp="1"/>
          </p:cNvGraphicFramePr>
          <p:nvPr>
            <p:ph type="tbl" idx="2"/>
          </p:nvPr>
        </p:nvGraphicFramePr>
        <p:xfrm>
          <a:off x="1648460" y="2438400"/>
          <a:ext cy="2286000" cx="584644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142.3884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143.7417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0.2958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7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6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7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8" name="Table 2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9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85" name="Table 28"/>
          <p:cNvGraphicFramePr>
            <a:graphicFrameLocks noGrp="1"/>
          </p:cNvGraphicFramePr>
          <p:nvPr>
            <p:ph type="tbl" idx="2"/>
          </p:nvPr>
        </p:nvGraphicFramePr>
        <p:xfrm>
          <a:off x="2196465" y="1930400"/>
          <a:ext cy="4191000" cx="47510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85520"/>
                <a:gridCol w="98615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58.93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1" name="Table 29"/>
          <p:cNvGraphicFramePr>
            <a:graphicFrameLocks noGrp="1"/>
          </p:cNvGraphicFramePr>
          <p:nvPr>
            <p:ph type="tbl" idx="2"/>
          </p:nvPr>
        </p:nvGraphicFramePr>
        <p:xfrm>
          <a:off x="2196465" y="1930400"/>
          <a:ext cy="2540000" cx="47510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985520"/>
                <a:gridCol w="98615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2" name="Proc Note 1"/>
          <p:cNvSpPr txBox="1">
            <a:spLocks noGrp="1"/>
          </p:cNvSpPr>
          <p:nvPr/>
        </p:nvSpPr>
        <p:spPr>
          <a:xfrm>
            <a:off y="4533900" x="2028825"/>
            <a:ext cy="381000" cx="508635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3" name="Table 30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49.3230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49.5970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4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5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9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0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1" name="Table 31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48.6003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49.2901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0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0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7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8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9" name="Table 32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0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1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16" name="Table 33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4191000" cx="464629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55.03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2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2" name="Table 34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2540000" cx="464629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3" name="Proc Note 1"/>
          <p:cNvSpPr txBox="1">
            <a:spLocks noGrp="1"/>
          </p:cNvSpPr>
          <p:nvPr/>
        </p:nvSpPr>
        <p:spPr>
          <a:xfrm>
            <a:off y="4533900" x="2338705"/>
            <a:ext cy="381000" cx="446659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4" name="Table 35"/>
          <p:cNvGraphicFramePr>
            <a:graphicFrameLocks noGrp="1"/>
          </p:cNvGraphicFramePr>
          <p:nvPr>
            <p:ph type="tbl" idx="3"/>
          </p:nvPr>
        </p:nvGraphicFramePr>
        <p:xfrm>
          <a:off x="1722755" y="4978400"/>
          <a:ext cy="1143000" cx="569785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12.4519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12.4699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5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6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2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0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1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32" name="Table 36"/>
          <p:cNvGraphicFramePr>
            <a:graphicFrameLocks noGrp="1"/>
          </p:cNvGraphicFramePr>
          <p:nvPr>
            <p:ph type="tbl" idx="2"/>
          </p:nvPr>
        </p:nvGraphicFramePr>
        <p:xfrm>
          <a:off x="1722755" y="2438400"/>
          <a:ext cy="2286000" cx="569785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12.0883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12.4436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-0.0911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-0.0911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3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40" name="Table 3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0.9998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1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4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47" name="Table 38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4191000" cx="84099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58.28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5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53" name="Table 39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2540000" cx="840994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4" name="Proc Note 1"/>
          <p:cNvSpPr txBox="1">
            <a:spLocks noGrp="1"/>
          </p:cNvSpPr>
          <p:nvPr/>
        </p:nvSpPr>
        <p:spPr>
          <a:xfrm>
            <a:off y="4533900" x="2268220"/>
            <a:ext cy="381000" cx="4606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55" name="Table 40"/>
          <p:cNvGraphicFramePr>
            <a:graphicFrameLocks noGrp="1"/>
          </p:cNvGraphicFramePr>
          <p:nvPr>
            <p:ph type="tbl" idx="3"/>
          </p:nvPr>
        </p:nvGraphicFramePr>
        <p:xfrm>
          <a:off x="1722755" y="4978400"/>
          <a:ext cy="1143000" cx="569785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12.7156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12.7594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6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7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1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2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3" name="Table 41"/>
          <p:cNvGraphicFramePr>
            <a:graphicFrameLocks noGrp="1"/>
          </p:cNvGraphicFramePr>
          <p:nvPr>
            <p:ph type="tbl" idx="2"/>
          </p:nvPr>
        </p:nvGraphicFramePr>
        <p:xfrm>
          <a:off x="1722755" y="2438400"/>
          <a:ext cy="1905000" cx="569785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11.4489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4" name="Proc Note 1"/>
          <p:cNvSpPr txBox="1">
            <a:spLocks noGrp="1"/>
          </p:cNvSpPr>
          <p:nvPr/>
        </p:nvSpPr>
        <p:spPr>
          <a:xfrm>
            <a:off y="4406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1500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70" name="Table 42"/>
          <p:cNvGraphicFramePr>
            <a:graphicFrameLocks noGrp="1"/>
          </p:cNvGraphicFramePr>
          <p:nvPr>
            <p:ph type="tbl" idx="2"/>
          </p:nvPr>
        </p:nvGraphicFramePr>
        <p:xfrm>
          <a:off x="898525" y="1930400"/>
          <a:ext cy="4191000" cx="734695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79.12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69.75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71.20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28.80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76" name="Table 43"/>
          <p:cNvGraphicFramePr>
            <a:graphicFrameLocks noGrp="1"/>
          </p:cNvGraphicFramePr>
          <p:nvPr>
            <p:ph type="tbl" idx="2"/>
          </p:nvPr>
        </p:nvGraphicFramePr>
        <p:xfrm>
          <a:off x="1945005" y="1930400"/>
          <a:ext cy="4191000" cx="525399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81.12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85.09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92.67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8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82" name="Table 44"/>
          <p:cNvGraphicFramePr>
            <a:graphicFrameLocks noGrp="1"/>
          </p:cNvGraphicFramePr>
          <p:nvPr>
            <p:ph type="tbl" idx="2"/>
          </p:nvPr>
        </p:nvGraphicFramePr>
        <p:xfrm>
          <a:off x="898525" y="1930400"/>
          <a:ext cy="2540000" cx="734695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8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88" name="Table 45"/>
          <p:cNvGraphicFramePr>
            <a:graphicFrameLocks noGrp="1"/>
          </p:cNvGraphicFramePr>
          <p:nvPr>
            <p:ph type="tbl" idx="2"/>
          </p:nvPr>
        </p:nvGraphicFramePr>
        <p:xfrm>
          <a:off x="1945005" y="1930400"/>
          <a:ext cy="2540000" cx="525399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94" name="Table 46"/>
          <p:cNvGraphicFramePr>
            <a:graphicFrameLocks noGrp="1"/>
          </p:cNvGraphicFramePr>
          <p:nvPr>
            <p:ph type="tbl" idx="2"/>
          </p:nvPr>
        </p:nvGraphicFramePr>
        <p:xfrm>
          <a:off x="898525" y="1930400"/>
          <a:ext cy="4191000" cx="734695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79.12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69.75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71.20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28.80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0" name="Table 47"/>
          <p:cNvGraphicFramePr>
            <a:graphicFrameLocks noGrp="1"/>
          </p:cNvGraphicFramePr>
          <p:nvPr>
            <p:ph type="tbl" idx="2"/>
          </p:nvPr>
        </p:nvGraphicFramePr>
        <p:xfrm>
          <a:off x="1945005" y="1930400"/>
          <a:ext cy="4191000" cx="525399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81.12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85.09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92.67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0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6" name="Table 48"/>
          <p:cNvGraphicFramePr>
            <a:graphicFrameLocks noGrp="1"/>
          </p:cNvGraphicFramePr>
          <p:nvPr>
            <p:ph type="tbl" idx="2"/>
          </p:nvPr>
        </p:nvGraphicFramePr>
        <p:xfrm>
          <a:off x="898525" y="1930400"/>
          <a:ext cy="2540000" cx="734695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12" name="Table 49"/>
          <p:cNvGraphicFramePr>
            <a:graphicFrameLocks noGrp="1"/>
          </p:cNvGraphicFramePr>
          <p:nvPr>
            <p:ph type="tbl" idx="2"/>
          </p:nvPr>
        </p:nvGraphicFramePr>
        <p:xfrm>
          <a:off x="1945005" y="1930400"/>
          <a:ext cy="2540000" cx="525399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7383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18" name="Table 50"/>
          <p:cNvGraphicFramePr>
            <a:graphicFrameLocks noGrp="1"/>
          </p:cNvGraphicFramePr>
          <p:nvPr>
            <p:ph type="tbl" idx="2"/>
          </p:nvPr>
        </p:nvGraphicFramePr>
        <p:xfrm>
          <a:off x="2285365" y="1930400"/>
          <a:ext cy="2286000" cx="45732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460500"/>
                <a:gridCol w="311277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数据集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WORK.ANALYSIS_DATA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响应变量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响应水平数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模型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二元 Logit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优化方法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Fisher 评分法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2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24" name="Table 51"/>
          <p:cNvGraphicFramePr>
            <a:graphicFrameLocks noGrp="1"/>
          </p:cNvGraphicFramePr>
          <p:nvPr>
            <p:ph type="tbl" idx="2"/>
          </p:nvPr>
        </p:nvGraphicFramePr>
        <p:xfrm>
          <a:off x="3337560" y="1930400"/>
          <a:ext cy="762000" cx="246888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714500"/>
                <a:gridCol w="7543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读取的观测数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使用的观测数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2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0" name="Table 52"/>
          <p:cNvGraphicFramePr>
            <a:graphicFrameLocks noGrp="1"/>
          </p:cNvGraphicFramePr>
          <p:nvPr>
            <p:ph type="tbl" idx="2"/>
          </p:nvPr>
        </p:nvGraphicFramePr>
        <p:xfrm>
          <a:off x="3114675" y="1930400"/>
          <a:ext cy="1778000" cx="291401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698500"/>
                <a:gridCol w="1517015"/>
                <a:gridCol w="698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响应概略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有序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总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频数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1" name="Proc Note 1"/>
          <p:cNvSpPr txBox="1">
            <a:spLocks noGrp="1"/>
          </p:cNvSpPr>
          <p:nvPr/>
        </p:nvSpPr>
        <p:spPr>
          <a:xfrm>
            <a:off y="3771900" x="2546985"/>
            <a:ext cy="381000" cx="40493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建模的概率为 HavingCVD='Yes'。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3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7" name="Table 53"/>
          <p:cNvGraphicFramePr>
            <a:graphicFrameLocks noGrp="1"/>
          </p:cNvGraphicFramePr>
          <p:nvPr>
            <p:ph type="tbl" idx="2"/>
          </p:nvPr>
        </p:nvGraphicFramePr>
        <p:xfrm>
          <a:off x="1613535" y="1930400"/>
          <a:ext cy="4191000" cx="591693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4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43" name="Table 54"/>
          <p:cNvGraphicFramePr>
            <a:graphicFrameLocks noGrp="1"/>
          </p:cNvGraphicFramePr>
          <p:nvPr>
            <p:ph type="tbl" idx="2"/>
          </p:nvPr>
        </p:nvGraphicFramePr>
        <p:xfrm>
          <a:off x="1613535" y="1930400"/>
          <a:ext cy="4191000" cx="591693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4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49" name="Table 55"/>
          <p:cNvGraphicFramePr>
            <a:graphicFrameLocks noGrp="1"/>
          </p:cNvGraphicFramePr>
          <p:nvPr>
            <p:ph type="tbl" idx="2"/>
          </p:nvPr>
        </p:nvGraphicFramePr>
        <p:xfrm>
          <a:off x="1613535" y="1930400"/>
          <a:ext cy="3048000" cx="591693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5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55" name="Table 56"/>
          <p:cNvGraphicFramePr>
            <a:graphicFrameLocks noGrp="1"/>
          </p:cNvGraphicFramePr>
          <p:nvPr>
            <p:ph type="tbl" idx="2"/>
          </p:nvPr>
        </p:nvGraphicFramePr>
        <p:xfrm>
          <a:off x="2660015" y="1930400"/>
          <a:ext cy="762000" cx="382397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382397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模型收敛状态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满足收敛准则 (GCONV=1E-8)。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6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61" name="Table 57"/>
          <p:cNvGraphicFramePr>
            <a:graphicFrameLocks noGrp="1"/>
          </p:cNvGraphicFramePr>
          <p:nvPr>
            <p:ph type="tbl" idx="2"/>
          </p:nvPr>
        </p:nvGraphicFramePr>
        <p:xfrm>
          <a:off x="2530475" y="1930400"/>
          <a:ext cy="1905000" cx="408305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1120775"/>
                <a:gridCol w="1247775"/>
                <a:gridCol w="1714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模型拟合统计量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准则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仅截距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截距和协变量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AIC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2081.442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1596.945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2086.755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1697.896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-2 Log 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2079.442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1558.945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6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67" name="Table 58"/>
          <p:cNvGraphicFramePr>
            <a:graphicFrameLocks noGrp="1"/>
          </p:cNvGraphicFramePr>
          <p:nvPr>
            <p:ph type="tbl" idx="2"/>
          </p:nvPr>
        </p:nvGraphicFramePr>
        <p:xfrm>
          <a:off x="2508885" y="1930400"/>
          <a:ext cy="2159000" cx="412623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952500"/>
                <a:gridCol w="1247775"/>
                <a:gridCol w="952500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检验全局原假设: BETA=0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520.4969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评分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449.9168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Wald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325.9361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7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73" name="Table 59"/>
          <p:cNvGraphicFramePr>
            <a:graphicFrameLocks noGrp="1"/>
          </p:cNvGraphicFramePr>
          <p:nvPr>
            <p:ph type="tbl" idx="2"/>
          </p:nvPr>
        </p:nvGraphicFramePr>
        <p:xfrm>
          <a:off x="1655445" y="1930400"/>
          <a:ext cy="4064000" cx="5832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952500"/>
                <a:gridCol w="1247775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3 型效应分析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Alcohol_Consumption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30.0046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9.1387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2.3019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5.3700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39.3412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27.0963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19.5449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7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79" name="Table 60"/>
          <p:cNvGraphicFramePr>
            <a:graphicFrameLocks noGrp="1"/>
          </p:cNvGraphicFramePr>
          <p:nvPr>
            <p:ph type="tbl" idx="2"/>
          </p:nvPr>
        </p:nvGraphicFramePr>
        <p:xfrm>
          <a:off x="1655445" y="1930400"/>
          <a:ext cy="1778000" cx="583247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952500"/>
                <a:gridCol w="1247775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3 型效应分析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0.8378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180.3083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8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8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8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5" name="Table 61"/>
          <p:cNvGraphicFramePr>
            <a:graphicFrameLocks noGrp="1"/>
          </p:cNvGraphicFramePr>
          <p:nvPr>
            <p:ph type="tbl" idx="2"/>
          </p:nvPr>
        </p:nvGraphicFramePr>
        <p:xfrm>
          <a:off x="615315" y="1930400"/>
          <a:ext cy="4064000" cx="791273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52500"/>
                <a:gridCol w="1106805"/>
                <a:gridCol w="1106805"/>
                <a:gridCol w="1247775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Intercept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-3.0577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0.4296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50.6615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Alcohol_Consumption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-0.0429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0.00784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30.0046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0.4801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9.1387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0.9191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0.1795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2.3019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-0.3272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5.3700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0.9951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0.1587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39.3412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0.6661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27.0963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8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8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9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91" name="Table 62"/>
          <p:cNvGraphicFramePr>
            <a:graphicFrameLocks noGrp="1"/>
          </p:cNvGraphicFramePr>
          <p:nvPr>
            <p:ph type="tbl" idx="2"/>
          </p:nvPr>
        </p:nvGraphicFramePr>
        <p:xfrm>
          <a:off x="2335530" y="1930400"/>
          <a:ext cy="4064000" cx="447230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Intercept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Alcohol_Consumption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Depression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Skin_Cancer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Other_Cancer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9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97" name="Table 63"/>
          <p:cNvGraphicFramePr>
            <a:graphicFrameLocks noGrp="1"/>
          </p:cNvGraphicFramePr>
          <p:nvPr>
            <p:ph type="tbl" idx="2"/>
          </p:nvPr>
        </p:nvGraphicFramePr>
        <p:xfrm>
          <a:off x="615315" y="1930400"/>
          <a:ext cy="4064000" cx="791273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52500"/>
                <a:gridCol w="1106805"/>
                <a:gridCol w="1106805"/>
                <a:gridCol w="1247775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0.5762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19.5449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0.00956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0.0104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0.8378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0.6838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0.4090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2.7954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1.5238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0.3910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15.1842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1.8047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0.3524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26.2295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1.5430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21.1452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2.2710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52.8301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2.7153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76.5945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0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0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03" name="Table 64"/>
          <p:cNvGraphicFramePr>
            <a:graphicFrameLocks noGrp="1"/>
          </p:cNvGraphicFramePr>
          <p:nvPr>
            <p:ph type="tbl" idx="2"/>
          </p:nvPr>
        </p:nvGraphicFramePr>
        <p:xfrm>
          <a:off x="2335530" y="1930400"/>
          <a:ext cy="4064000" cx="447230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0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0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09" name="Table 65"/>
          <p:cNvGraphicFramePr>
            <a:graphicFrameLocks noGrp="1"/>
          </p:cNvGraphicFramePr>
          <p:nvPr>
            <p:ph type="tbl" idx="2"/>
          </p:nvPr>
        </p:nvGraphicFramePr>
        <p:xfrm>
          <a:off x="615315" y="1930400"/>
          <a:ext cy="2159000" cx="791273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52500"/>
                <a:gridCol w="1106805"/>
                <a:gridCol w="1106805"/>
                <a:gridCol w="1247775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2.3644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56.9275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2.9570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79.2548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3.7085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0.3355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122.1728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10" name="Table 66"/>
          <p:cNvGraphicFramePr>
            <a:graphicFrameLocks noGrp="1"/>
          </p:cNvGraphicFramePr>
          <p:nvPr>
            <p:ph type="tbl" idx="3"/>
          </p:nvPr>
        </p:nvGraphicFramePr>
        <p:xfrm>
          <a:off x="2335530" y="4152900"/>
          <a:ext cy="2159000" cx="447230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658745"/>
                <a:gridCol w="84010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1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12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1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16" name="Table 67"/>
          <p:cNvGraphicFramePr>
            <a:graphicFrameLocks noGrp="1"/>
          </p:cNvGraphicFramePr>
          <p:nvPr>
            <p:ph type="tbl" idx="2"/>
          </p:nvPr>
        </p:nvGraphicFramePr>
        <p:xfrm>
          <a:off x="1095375" y="1930400"/>
          <a:ext cy="4064000" cx="695261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405511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Alcohol_Consumption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Depression   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Skin_Cancer  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Other_Cancer 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     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     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3.692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 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2.502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              Male vs 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1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2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22" name="Table 68"/>
          <p:cNvGraphicFramePr>
            <a:graphicFrameLocks noGrp="1"/>
          </p:cNvGraphicFramePr>
          <p:nvPr>
            <p:ph type="tbl" idx="2"/>
          </p:nvPr>
        </p:nvGraphicFramePr>
        <p:xfrm>
          <a:off x="1095375" y="1930400"/>
          <a:ext cy="4064000" cx="695261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405511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41-45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4.416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46-50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4.590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9.877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51-55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3.047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12.126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56-60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61-65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9.689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5.252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17.875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66-70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15.109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8.225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27.755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71-75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10.637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19.660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2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2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2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28" name="Table 69"/>
          <p:cNvGraphicFramePr>
            <a:graphicFrameLocks noGrp="1"/>
          </p:cNvGraphicFramePr>
          <p:nvPr>
            <p:ph type="tbl" idx="2"/>
          </p:nvPr>
        </p:nvGraphicFramePr>
        <p:xfrm>
          <a:off x="1095375" y="1930400"/>
          <a:ext cy="1778000" cx="6952615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405511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76-80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19.240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10.034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36.893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      &gt;= 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40.791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21.134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78.732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3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34" name="Table 70"/>
          <p:cNvGraphicFramePr>
            <a:graphicFrameLocks noGrp="1"/>
          </p:cNvGraphicFramePr>
          <p:nvPr>
            <p:ph type="tbl" idx="2"/>
          </p:nvPr>
        </p:nvGraphicFramePr>
        <p:xfrm>
          <a:off x="1576705" y="1930400"/>
          <a:ext cy="1905000" cx="5990590"/>
        </p:xfrm>
        <a:graphic>
          <a:graphicData uri="http://schemas.openxmlformats.org/drawingml/2006/table">
            <a:tbl>
              <a:tblPr>
                <a:tableStyleId>{B875558E-B8BD-9840-B0BB-F41E752821BE}</a:tableStyleId>
              </a:tblPr>
              <a:tblGrid>
                <a:gridCol w="2730500"/>
                <a:gridCol w="1036320"/>
                <a:gridCol w="1318895"/>
                <a:gridCol w="90487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预测概率和观测响应的关联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81.8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Somers 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18.2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Gamma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结值百分比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Tau-a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562500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3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Analysis of the number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depression patients and age range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440" title="“模型”的 ROC 曲线" name="ROCCurve3.png" descr="“模型”的 ROC 曲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1930400" x="1691640"/>
            <a:ext cy="4321810" cx="5760720"/>
          </a:xfrm>
          <a:prstGeom prst="rect">
            <a:avLst/>
          </a:prstGeom>
        </p:spPr>
      </p:pic>
      <p:sp>
        <p:nvSpPr>
          <p:cNvPr id="44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D4146F0A-34EF-1948-8C7A-1FCD57A98C03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4922AA-2931-2A40-A46F-9485EA2A2F68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65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baseType="lpstr" size="61">
      <vt:lpstr>ODS Theme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  <vt:lpstr>Analysis of the number of depression patients and age range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2025-12-07T15:33:14+00:00</dcterms:created>
  <dcterms:modified xsi:type="dcterms:W3CDTF">2025-12-07T15:33:14+00:00</dcterms:modified>
</cp:coreProperties>
</file>
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5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7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8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9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20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21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2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23.xml" ContentType="application/vnd.openxmlformats-officedocument.presentationml.slideLayout+xml"/>
  <Override PartName="/ppt/slides/slide24.xml" ContentType="application/vnd.openxmlformats-officedocument.presentationml.slide+xml"/>
  <Override PartName="/ppt/slideLayouts/slideLayout24.xml" ContentType="application/vnd.openxmlformats-officedocument.presentationml.slideLayout+xml"/>
  <Override PartName="/ppt/slides/slide25.xml" ContentType="application/vnd.openxmlformats-officedocument.presentationml.slide+xml"/>
  <Override PartName="/ppt/slideLayouts/slideLayout25.xml" ContentType="application/vnd.openxmlformats-officedocument.presentationml.slideLayout+xml"/>
  <Override PartName="/ppt/slides/slide26.xml" ContentType="application/vnd.openxmlformats-officedocument.presentationml.slide+xml"/>
  <Override PartName="/ppt/slideLayouts/slideLayout26.xml" ContentType="application/vnd.openxmlformats-officedocument.presentationml.slideLayout+xml"/>
  <Override PartName="/ppt/slides/slide27.xml" ContentType="application/vnd.openxmlformats-officedocument.presentationml.slide+xml"/>
  <Override PartName="/ppt/slideLayouts/slideLayout27.xml" ContentType="application/vnd.openxmlformats-officedocument.presentationml.slideLayout+xml"/>
  <Override PartName="/ppt/slides/slide28.xml" ContentType="application/vnd.openxmlformats-officedocument.presentationml.slide+xml"/>
  <Override PartName="/ppt/slideLayouts/slideLayout28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29.xml" ContentType="application/vnd.openxmlformats-officedocument.presentationml.slideLayout+xml"/>
  <Override PartName="/ppt/slides/slide30.xml" ContentType="application/vnd.openxmlformats-officedocument.presentationml.slide+xml"/>
  <Override PartName="/ppt/slideLayouts/slideLayout30.xml" ContentType="application/vnd.openxmlformats-officedocument.presentationml.slideLayout+xml"/>
  <Override PartName="/ppt/slides/slide31.xml" ContentType="application/vnd.openxmlformats-officedocument.presentationml.slide+xml"/>
  <Override PartName="/ppt/slideLayouts/slideLayout31.xml" ContentType="application/vnd.openxmlformats-officedocument.presentationml.slideLayout+xml"/>
  <Override PartName="/ppt/theme/theme1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Default Extension="rels" ContentType="application/vnd.openxmlformats-package.relationships+xml"/>
  <Default Extension="xml" ContentType="application/xml"/>
  <Default Extension="png" ContentType="image/png"/>
</Types>
</file>

<file path=_rels/.rels><?xml version="1.0" encoding="UTF-8" standalone="yes"?>
<Relationships xmlns="http://schemas.openxmlformats.org/package/2006/relationships">
   <Relationship Id="rId1" Type="http://schemas.openxmlformats.org/officeDocument/2006/relationships/officeDocument" Target="ppt/presentation.xml"/>
   <Relationship Id="rId2" Type="http://schemas.openxmlformats.org/officeDocument/2006/relationships/extended-properties" Target="docProps/app.xml"/>
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88" r:id="rId36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type="screen4x3" cy="6858000" cx="9144000"/>
  <p:notesSz cy="9144000" cx="6858000"/>
  <p:defaultTextStyle>
    <a:defPPr>
      <a:defRPr lang="zh-CN"/>
    </a:defPPr>
    <a:lvl1pPr algn="l" latinLnBrk="0" eaLnBrk="1" rtl="0" defTabSz="914400" marL="0" hangingPunct="1">
      <a:defRPr kern="1200">
        <a:solidFill>
          <a:schemeClr val="tx1"/>
        </a:solidFill>
        <a:latin typeface="+mn-lt"/>
        <a:ea typeface="+mn-ea"/>
        <a:cs typeface="+mn-cs"/>
      </a:defRPr>
    </a:lvl1pPr>
    <a:lvl2pPr algn="l" latinLnBrk="0" eaLnBrk="1" rtl="0" defTabSz="914400" marL="457200" hangingPunct="1">
      <a:defRPr kern="1200">
        <a:solidFill>
          <a:schemeClr val="tx1"/>
        </a:solidFill>
        <a:latin typeface="+mn-lt"/>
        <a:ea typeface="+mn-ea"/>
        <a:cs typeface="+mn-cs"/>
      </a:defRPr>
    </a:lvl2pPr>
    <a:lvl3pPr algn="l" latinLnBrk="0" eaLnBrk="1" rtl="0" defTabSz="914400" marL="914400" hangingPunct="1">
      <a:defRPr kern="1200">
        <a:solidFill>
          <a:schemeClr val="tx1"/>
        </a:solidFill>
        <a:latin typeface="+mn-lt"/>
        <a:ea typeface="+mn-ea"/>
        <a:cs typeface="+mn-cs"/>
      </a:defRPr>
    </a:lvl3pPr>
    <a:lvl4pPr algn="l" latinLnBrk="0" eaLnBrk="1" rtl="0" defTabSz="914400" marL="1371600" hangingPunct="1">
      <a:defRPr kern="1200">
        <a:solidFill>
          <a:schemeClr val="tx1"/>
        </a:solidFill>
        <a:latin typeface="+mn-lt"/>
        <a:ea typeface="+mn-ea"/>
        <a:cs typeface="+mn-cs"/>
      </a:defRPr>
    </a:lvl4pPr>
    <a:lvl5pPr algn="l" latinLnBrk="0" eaLnBrk="1" rtl="0" defTabSz="914400" marL="1828800" hangingPunct="1">
      <a:defRPr kern="1200">
        <a:solidFill>
          <a:schemeClr val="tx1"/>
        </a:solidFill>
        <a:latin typeface="+mn-lt"/>
        <a:ea typeface="+mn-ea"/>
        <a:cs typeface="+mn-cs"/>
      </a:defRPr>
    </a:lvl5pPr>
    <a:lvl6pPr algn="l" latinLnBrk="0" eaLnBrk="1" rtl="0" defTabSz="914400" marL="2286000" hangingPunct="1">
      <a:defRPr kern="1200">
        <a:solidFill>
          <a:schemeClr val="tx1"/>
        </a:solidFill>
        <a:latin typeface="+mn-lt"/>
        <a:ea typeface="+mn-ea"/>
        <a:cs typeface="+mn-cs"/>
      </a:defRPr>
    </a:lvl6pPr>
    <a:lvl7pPr algn="l" latinLnBrk="0" eaLnBrk="1" rtl="0" defTabSz="914400" marL="2743200" hangingPunct="1">
      <a:defRPr kern="1200">
        <a:solidFill>
          <a:schemeClr val="tx1"/>
        </a:solidFill>
        <a:latin typeface="+mn-lt"/>
        <a:ea typeface="+mn-ea"/>
        <a:cs typeface="+mn-cs"/>
      </a:defRPr>
    </a:lvl7pPr>
    <a:lvl8pPr algn="l" latinLnBrk="0" eaLnBrk="1" rtl="0" defTabSz="914400" marL="3200400" hangingPunct="1">
      <a:defRPr kern="1200">
        <a:solidFill>
          <a:schemeClr val="tx1"/>
        </a:solidFill>
        <a:latin typeface="+mn-lt"/>
        <a:ea typeface="+mn-ea"/>
        <a:cs typeface="+mn-cs"/>
      </a:defRPr>
    </a:lvl8pPr>
    <a:lvl9pPr algn="l" latinLnBrk="0" eaLnBrk="1" rtl="0" defTabSz="914400" marL="3657600" hangingPunct="1">
      <a:defRPr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/>
</file>

<file path=ppt/tableStyles.xml><?xml version="1.0" encoding="utf-8"?>
<a:tblStyleLst xmlns:a="http://schemas.openxmlformats.org/drawingml/2006/main" def="{E4B31C7A-FA74-6C49-8C12-D0F9677209BD}">
  <a:tblStyle styleId="{E4B31C7A-FA74-6C49-8C12-D0F9677209BD}" styleName="ODS Style 1">
    <a:wholeTbl>
      <a:tcTxStyle>
        <a:fontRef idx="minor">
          <a:prstClr val="black"/>
        </a:fontRef>
        <a:schemeClr val="tx1"/>
      </a:tcTxStyle>
      <a:tcStyle>
        <a:tcBdr>
          <a:left>
            <a:ln w="6350" cmpd="sng">
              <a:solidFill>
                <a:schemeClr val="bg2"/>
              </a:solidFill>
            </a:ln>
          </a:left>
          <a:right>
            <a:ln w="6350" cmpd="sng">
              <a:solidFill>
                <a:schemeClr val="bg2"/>
              </a:solidFill>
            </a:ln>
          </a:right>
          <a:top>
            <a:ln w="6350" cmpd="sng">
              <a:solidFill>
                <a:schemeClr val="bg2"/>
              </a:solidFill>
            </a:ln>
          </a:top>
          <a:bottom>
            <a:ln w="6350" cmpd="sng">
              <a:solidFill>
                <a:schemeClr val="bg2"/>
              </a:solidFill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12700" cmpd="sng">
              <a:solidFill>
                <a:schemeClr val="bg2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/>
</file>

<file path=ppt/_rels/presentation.xml.rels><?xml version="1.0" encoding="UTF-8" standalone="yes"?>
<Relationships xmlns="http://schemas.openxmlformats.org/package/2006/relationships">
   <Relationship Id="rId1" Type="http://schemas.openxmlformats.org/officeDocument/2006/relationships/slide" Target="slides/slide1.xml"/>
   <Relationship Id="rId2" Type="http://schemas.openxmlformats.org/officeDocument/2006/relationships/slide" Target="slides/slide2.xml"/>
   <Relationship Id="rId3" Type="http://schemas.openxmlformats.org/officeDocument/2006/relationships/slide" Target="slides/slide3.xml"/>
   <Relationship Id="rId4" Type="http://schemas.openxmlformats.org/officeDocument/2006/relationships/slide" Target="slides/slide4.xml"/>
   <Relationship Id="rId5" Type="http://schemas.openxmlformats.org/officeDocument/2006/relationships/slide" Target="slides/slide5.xml"/>
   <Relationship Id="rId6" Type="http://schemas.openxmlformats.org/officeDocument/2006/relationships/slide" Target="slides/slide6.xml"/>
   <Relationship Id="rId7" Type="http://schemas.openxmlformats.org/officeDocument/2006/relationships/slide" Target="slides/slide7.xml"/>
   <Relationship Id="rId8" Type="http://schemas.openxmlformats.org/officeDocument/2006/relationships/slide" Target="slides/slide8.xml"/>
   <Relationship Id="rId9" Type="http://schemas.openxmlformats.org/officeDocument/2006/relationships/slide" Target="slides/slide9.xml"/>
   <Relationship Id="rId10" Type="http://schemas.openxmlformats.org/officeDocument/2006/relationships/slide" Target="slides/slide10.xml"/>
   <Relationship Id="rId11" Type="http://schemas.openxmlformats.org/officeDocument/2006/relationships/slide" Target="slides/slide11.xml"/>
   <Relationship Id="rId12" Type="http://schemas.openxmlformats.org/officeDocument/2006/relationships/slide" Target="slides/slide12.xml"/>
   <Relationship Id="rId13" Type="http://schemas.openxmlformats.org/officeDocument/2006/relationships/slide" Target="slides/slide13.xml"/>
   <Relationship Id="rId14" Type="http://schemas.openxmlformats.org/officeDocument/2006/relationships/slide" Target="slides/slide14.xml"/>
   <Relationship Id="rId15" Type="http://schemas.openxmlformats.org/officeDocument/2006/relationships/slide" Target="slides/slide15.xml"/>
   <Relationship Id="rId16" Type="http://schemas.openxmlformats.org/officeDocument/2006/relationships/slide" Target="slides/slide16.xml"/>
   <Relationship Id="rId17" Type="http://schemas.openxmlformats.org/officeDocument/2006/relationships/slide" Target="slides/slide17.xml"/>
   <Relationship Id="rId18" Type="http://schemas.openxmlformats.org/officeDocument/2006/relationships/slide" Target="slides/slide18.xml"/>
   <Relationship Id="rId19" Type="http://schemas.openxmlformats.org/officeDocument/2006/relationships/slide" Target="slides/slide19.xml"/>
   <Relationship Id="rId20" Type="http://schemas.openxmlformats.org/officeDocument/2006/relationships/slide" Target="slides/slide20.xml"/>
   <Relationship Id="rId21" Type="http://schemas.openxmlformats.org/officeDocument/2006/relationships/slide" Target="slides/slide21.xml"/>
   <Relationship Id="rId22" Type="http://schemas.openxmlformats.org/officeDocument/2006/relationships/slide" Target="slides/slide22.xml"/>
   <Relationship Id="rId23" Type="http://schemas.openxmlformats.org/officeDocument/2006/relationships/slide" Target="slides/slide23.xml"/>
   <Relationship Id="rId24" Type="http://schemas.openxmlformats.org/officeDocument/2006/relationships/slide" Target="slides/slide24.xml"/>
   <Relationship Id="rId25" Type="http://schemas.openxmlformats.org/officeDocument/2006/relationships/slide" Target="slides/slide25.xml"/>
   <Relationship Id="rId26" Type="http://schemas.openxmlformats.org/officeDocument/2006/relationships/slide" Target="slides/slide26.xml"/>
   <Relationship Id="rId27" Type="http://schemas.openxmlformats.org/officeDocument/2006/relationships/slide" Target="slides/slide27.xml"/>
   <Relationship Id="rId28" Type="http://schemas.openxmlformats.org/officeDocument/2006/relationships/slide" Target="slides/slide28.xml"/>
   <Relationship Id="rId29" Type="http://schemas.openxmlformats.org/officeDocument/2006/relationships/slide" Target="slides/slide29.xml"/>
   <Relationship Id="rId30" Type="http://schemas.openxmlformats.org/officeDocument/2006/relationships/slide" Target="slides/slide30.xml"/>
   <Relationship Id="rId31" Type="http://schemas.openxmlformats.org/officeDocument/2006/relationships/slide" Target="slides/slide31.xml"/>
   <Relationship Id="rId32" Type="http://schemas.openxmlformats.org/officeDocument/2006/relationships/viewProps" Target="viewProps.xml"/>
   <Relationship Id="rId33" Type="http://schemas.openxmlformats.org/officeDocument/2006/relationships/presProps" Target="presProps.xml"/>
   <Relationship Id="rId34" Type="http://schemas.openxmlformats.org/officeDocument/2006/relationships/tableStyles" Target="tableStyles.xml"/>
   <Relationship Id="rId35" Type="http://schemas.openxmlformats.org/officeDocument/2006/relationships/theme" Target="theme/theme1.xml"/>
   <Relationship Id="rId36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2357120"/>
            <a:ext cy="4826000" cx="442912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1181100" x="1718945"/>
            <a:ext cy="3048000" cx="570547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1181100" x="2786380"/>
            <a:ext cy="2667000" cx="357124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2357120"/>
            <a:ext cy="4826000" cx="442912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1181100" x="1793240"/>
            <a:ext cy="3048000" cx="555688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1181100" x="2786380"/>
            <a:ext cy="2667000" cx="357124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2357120"/>
            <a:ext cy="4826000" cx="442912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1181100" x="1718945"/>
            <a:ext cy="3048000" cx="570547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1181100" x="2786380"/>
            <a:ext cy="2667000" cx="357124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513715"/>
            <a:ext cy="4826000" cx="811593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979170"/>
            <a:ext cy="4826000" cx="718566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1181100" x="1417955"/>
            <a:ext cy="3302000" cx="630745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2285365"/>
            <a:ext cy="2286000" cx="457327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3337560"/>
            <a:ext cy="762000" cx="246888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3114675"/>
            <a:ext cy="1778000" cx="291401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946785"/>
            <a:ext cy="5334000" cx="725043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946785"/>
            <a:ext cy="5334000" cx="725043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946785"/>
            <a:ext cy="5334000" cx="725043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946785"/>
            <a:ext cy="2667000" cx="725043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2660015"/>
            <a:ext cy="762000" cx="382397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2530475"/>
            <a:ext cy="1905000" cx="408305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2508885"/>
            <a:ext cy="2159000" cx="412623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2142490"/>
            <a:ext cy="4064000" cx="485902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269875"/>
            <a:ext cy="5588000" cx="860361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269875"/>
            <a:ext cy="5588000" cx="860361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269875"/>
            <a:ext cy="4826000" cx="860361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540385"/>
            <a:ext cy="5588000" cx="806259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540385"/>
            <a:ext cy="5588000" cx="806259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540385"/>
            <a:ext cy="4445000" cx="806259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1576705"/>
            <a:ext cy="1905000" cx="599059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673100" x="1691640"/>
            <a:ext cy="4321810" cx="576072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smtClean="0"/>
              <a:t>Click to edit Master subtitle style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16020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7209304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055246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184095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22420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8450131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4267219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77655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19556148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   <Relationship Id="rId2" Type="http://schemas.openxmlformats.org/officeDocument/2006/relationships/slideLayout" Target="../slideLayouts/slideLayout2.xml"/>
   <Relationship Id="rId3" Type="http://schemas.openxmlformats.org/officeDocument/2006/relationships/slideLayout" Target="../slideLayouts/slideLayout3.xml"/>
   <Relationship Id="rId4" Type="http://schemas.openxmlformats.org/officeDocument/2006/relationships/slideLayout" Target="../slideLayouts/slideLayout4.xml"/>
   <Relationship Id="rId5" Type="http://schemas.openxmlformats.org/officeDocument/2006/relationships/slideLayout" Target="../slideLayouts/slideLayout5.xml"/>
   <Relationship Id="rId6" Type="http://schemas.openxmlformats.org/officeDocument/2006/relationships/slideLayout" Target="../slideLayouts/slideLayout6.xml"/>
   <Relationship Id="rId7" Type="http://schemas.openxmlformats.org/officeDocument/2006/relationships/slideLayout" Target="../slideLayouts/slideLayout7.xml"/>
   <Relationship Id="rId8" Type="http://schemas.openxmlformats.org/officeDocument/2006/relationships/slideLayout" Target="../slideLayouts/slideLayout8.xml"/>
   <Relationship Id="rId9" Type="http://schemas.openxmlformats.org/officeDocument/2006/relationships/slideLayout" Target="../slideLayouts/slideLayout9.xml"/>
   <Relationship Id="rId10" Type="http://schemas.openxmlformats.org/officeDocument/2006/relationships/slideLayout" Target="../slideLayouts/slideLayout10.xml"/>
   <Relationship Id="rId11" Type="http://schemas.openxmlformats.org/officeDocument/2006/relationships/slideLayout" Target="../slideLayouts/slideLayout11.xml"/>
   <Relationship Id="rId12" Type="http://schemas.openxmlformats.org/officeDocument/2006/relationships/slideLayout" Target="../slideLayouts/slideLayout12.xml"/>
   <Relationship Id="rId13" Type="http://schemas.openxmlformats.org/officeDocument/2006/relationships/slideLayout" Target="../slideLayouts/slideLayout13.xml"/>
   <Relationship Id="rId14" Type="http://schemas.openxmlformats.org/officeDocument/2006/relationships/slideLayout" Target="../slideLayouts/slideLayout14.xml"/>
   <Relationship Id="rId15" Type="http://schemas.openxmlformats.org/officeDocument/2006/relationships/slideLayout" Target="../slideLayouts/slideLayout15.xml"/>
   <Relationship Id="rId16" Type="http://schemas.openxmlformats.org/officeDocument/2006/relationships/slideLayout" Target="../slideLayouts/slideLayout16.xml"/>
   <Relationship Id="rId17" Type="http://schemas.openxmlformats.org/officeDocument/2006/relationships/slideLayout" Target="../slideLayouts/slideLayout17.xml"/>
   <Relationship Id="rId18" Type="http://schemas.openxmlformats.org/officeDocument/2006/relationships/slideLayout" Target="../slideLayouts/slideLayout18.xml"/>
   <Relationship Id="rId19" Type="http://schemas.openxmlformats.org/officeDocument/2006/relationships/slideLayout" Target="../slideLayouts/slideLayout19.xml"/>
   <Relationship Id="rId20" Type="http://schemas.openxmlformats.org/officeDocument/2006/relationships/slideLayout" Target="../slideLayouts/slideLayout20.xml"/>
   <Relationship Id="rId21" Type="http://schemas.openxmlformats.org/officeDocument/2006/relationships/slideLayout" Target="../slideLayouts/slideLayout21.xml"/>
   <Relationship Id="rId22" Type="http://schemas.openxmlformats.org/officeDocument/2006/relationships/slideLayout" Target="../slideLayouts/slideLayout22.xml"/>
   <Relationship Id="rId23" Type="http://schemas.openxmlformats.org/officeDocument/2006/relationships/slideLayout" Target="../slideLayouts/slideLayout23.xml"/>
   <Relationship Id="rId24" Type="http://schemas.openxmlformats.org/officeDocument/2006/relationships/slideLayout" Target="../slideLayouts/slideLayout24.xml"/>
   <Relationship Id="rId25" Type="http://schemas.openxmlformats.org/officeDocument/2006/relationships/slideLayout" Target="../slideLayouts/slideLayout25.xml"/>
   <Relationship Id="rId26" Type="http://schemas.openxmlformats.org/officeDocument/2006/relationships/slideLayout" Target="../slideLayouts/slideLayout26.xml"/>
   <Relationship Id="rId27" Type="http://schemas.openxmlformats.org/officeDocument/2006/relationships/slideLayout" Target="../slideLayouts/slideLayout27.xml"/>
   <Relationship Id="rId28" Type="http://schemas.openxmlformats.org/officeDocument/2006/relationships/slideLayout" Target="../slideLayouts/slideLayout28.xml"/>
   <Relationship Id="rId29" Type="http://schemas.openxmlformats.org/officeDocument/2006/relationships/slideLayout" Target="../slideLayouts/slideLayout29.xml"/>
   <Relationship Id="rId30" Type="http://schemas.openxmlformats.org/officeDocument/2006/relationships/slideLayout" Target="../slideLayouts/slideLayout30.xml"/>
   <Relationship Id="rId31" Type="http://schemas.openxmlformats.org/officeDocument/2006/relationships/slideLayout" Target="../slideLayouts/slideLayout31.xml"/>
   <Relationship Id="rId32" Type="http://schemas.openxmlformats.org/officeDocument/2006/relationships/theme" Target="../theme/theme1.xml"/>
   <Relationship Id="rId33" Type="http://schemas.openxmlformats.org/officeDocument/2006/relationships/slideLayout" Target="../slideLayouts/slideLayout32.xml"/>
   <Relationship Id="rId34" Type="http://schemas.openxmlformats.org/officeDocument/2006/relationships/slideLayout" Target="../slideLayouts/slideLayout33.xml"/>
   <Relationship Id="rId35" Type="http://schemas.openxmlformats.org/officeDocument/2006/relationships/slideLayout" Target="../slideLayouts/slideLayout34.xml"/>
   <Relationship Id="rId36" Type="http://schemas.openxmlformats.org/officeDocument/2006/relationships/slideLayout" Target="../slideLayouts/slideLayout35.xml"/>
   <Relationship Id="rId37" Type="http://schemas.openxmlformats.org/officeDocument/2006/relationships/slideLayout" Target="../slideLayouts/slideLayout36.xml"/>
   <Relationship Id="rId38" Type="http://schemas.openxmlformats.org/officeDocument/2006/relationships/slideLayout" Target="../slideLayouts/slideLayout37.xml"/>
   <Relationship Id="rId39" Type="http://schemas.openxmlformats.org/officeDocument/2006/relationships/slideLayout" Target="../slideLayouts/slideLayout38.xml"/>
   <Relationship Id="rId40" Type="http://schemas.openxmlformats.org/officeDocument/2006/relationships/slideLayout" Target="../slideLayouts/slideLayout39.xml"/>
   <Relationship Id="rId41" Type="http://schemas.openxmlformats.org/officeDocument/2006/relationships/slideLayout" Target="../slideLayouts/slideLayout40.xml"/>
</Relationships>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9" name="Title Placeholder"/>
          <p:cNvSpPr>
            <a:spLocks noGrp="1"/>
          </p:cNvSpPr>
          <p:nvPr>
            <p:ph type="title"/>
          </p:nvPr>
        </p:nvSpPr>
        <p:spPr>
          <a:xfrm>
            <a:off y="228600" x="228600"/>
            <a:ext cy="1143000" cx="86868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/>
          <a:p>
            <a:r>
              <a:rPr lang="zh-CN" smtClean="0"/>
              <a:t>点击编辑主标题样式</a:t>
            </a:r>
            <a:endParaRPr lang="zh-CN"/>
          </a:p>
        </p:txBody>
      </p:sp>
      <p:sp>
        <p:nvSpPr>
          <p:cNvPr id="180" name="Text Placeholder 2"/>
          <p:cNvSpPr>
            <a:spLocks noGrp="1"/>
          </p:cNvSpPr>
          <p:nvPr>
            <p:ph idx="1" type="body"/>
          </p:nvPr>
        </p:nvSpPr>
        <p:spPr>
          <a:xfrm>
            <a:off y="1435100" x="228600"/>
            <a:ext cy="4765675" cx="8686800"/>
          </a:xfrm>
          <a:prstGeom prst="rect">
            <a:avLst/>
          </a:prstGeom>
        </p:spPr>
        <p:txBody>
          <a:bodyPr lIns="91440" rtlCol="0" vert="horz" bIns="45720" rIns="91440" tIns="45720">
            <a:normAutofit/>
          </a:bodyPr>
          <a:lstStyle/>
          <a:p>
            <a:pPr lvl="0"/>
            <a:r>
              <a:rPr lang="zh-CN" smtClean="0"/>
              <a:t>点击编辑主文本样式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  <a:endParaRPr lang="zh-CN"/>
          </a:p>
        </p:txBody>
      </p:sp>
      <p:sp>
        <p:nvSpPr>
          <p:cNvPr id="181" name="Date Placeholder"/>
          <p:cNvSpPr>
            <a:spLocks noGrp="1"/>
          </p:cNvSpPr>
          <p:nvPr>
            <p:ph idx="2" type="dt" sz="half"/>
          </p:nvPr>
        </p:nvSpPr>
        <p:spPr>
          <a:xfrm>
            <a:off y="6264275" x="2286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4C320-83E0-0945-BA82-70F44899BABD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182" name="Footer Placeholder"/>
          <p:cNvSpPr>
            <a:spLocks noGrp="1"/>
          </p:cNvSpPr>
          <p:nvPr>
            <p:ph idx="3" type="ftr" sz="quarter"/>
          </p:nvPr>
        </p:nvSpPr>
        <p:spPr>
          <a:xfrm>
            <a:off y="6264275" x="3124200"/>
            <a:ext cy="365125" cx="28956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183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264275" x="67818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315D6-A9C4-D048-BA40-94BDF1FADD68}" type="slidenum">
              <a:rPr lang="zh-CN" smtClean="0"/>
              <a:pPr/>
              <a:t>‹#›</a:t>
            </a:fld>
            <a:endParaRPr lang="zh-CN"/>
          </a:p>
        </p:txBody>
      </p:sp>
    </p:spTree>
  </p:cSld>
  <p:clrMap bg1="lt1" tx2="dk2" hlink="hlink" accent3="accent3" accent6="accent6" accent5="accent5" tx1="dk1" bg2="lt2" folHlink="folHlink" accent2="accent2" accent4="accent4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</p:sldLayoutIdLst>
  <p:hf hdr="0"/>
  <p:txStyles>
    <p:titleStyle>
      <a:lvl1pPr algn="ctr" eaLnBrk="1" rtl="0" defTabSz="914400" latinLnBrk="0" hangingPunct="1">
        <a:spcBef>
          <a:spcPct val="0"/>
        </a:spcBef>
        <a:buNone/>
        <a:defRPr kern="1200" sz="4200">
          <a:solidFill>
            <a:schemeClr val="tx1"/>
          </a:solidFill>
          <a:latin typeface="+mj-lt"/>
          <a:ea typeface="+mj-ea"/>
        </a:defRPr>
      </a:lvl1pPr>
      <a:lvl2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2pPr>
      <a:lvl3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3pPr>
      <a:lvl4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4pPr>
      <a:lvl5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9pPr>
    </p:titleStyle>
    <p:bodyStyle>
      <a:lvl1pPr algn="l" indent="-342900" latinLnBrk="0" eaLnBrk="1" rtl="0" defTabSz="914400" marL="342900" hangingPunct="1">
        <a:spcBef>
          <a:spcPct val="20000"/>
        </a:spcBef>
        <a:buFont typeface="Arial" pitchFamily="34" charset="0"/>
        <a:buChar char="•"/>
        <a:defRPr kern="1200" sz="3200">
          <a:solidFill>
            <a:schemeClr val="tx1"/>
          </a:solidFill>
          <a:latin typeface="+mn-lt"/>
          <a:ea typeface="+mn-ea"/>
        </a:defRPr>
      </a:lvl1pPr>
      <a:lvl2pPr algn="l" indent="-285750" latinLnBrk="0" eaLnBrk="1" rtl="0" defTabSz="914400" marL="742950" hangingPunct="1">
        <a:spcBef>
          <a:spcPct val="20000"/>
        </a:spcBef>
        <a:buFont typeface="Arial" pitchFamily="34" charset="0"/>
        <a:buChar char="–"/>
        <a:defRPr kern="1200" sz="2800">
          <a:solidFill>
            <a:schemeClr val="tx1"/>
          </a:solidFill>
          <a:latin typeface="+mn-lt"/>
          <a:ea typeface="+mn-ea"/>
        </a:defRPr>
      </a:lvl2pPr>
      <a:lvl3pPr algn="l" indent="-228600" latinLnBrk="0" eaLnBrk="1" rtl="0" defTabSz="914400" marL="1143000" hangingPunct="1">
        <a:spcBef>
          <a:spcPct val="20000"/>
        </a:spcBef>
        <a:buFont typeface="Arial" pitchFamily="34" charset="0"/>
        <a:buChar char="•"/>
        <a:defRPr kern="1200" sz="2400">
          <a:solidFill>
            <a:schemeClr val="tx1"/>
          </a:solidFill>
          <a:latin typeface="+mn-lt"/>
          <a:ea typeface="+mn-ea"/>
        </a:defRPr>
      </a:lvl3pPr>
      <a:lvl4pPr algn="l" indent="-228600" latinLnBrk="0" eaLnBrk="1" rtl="0" defTabSz="914400" marL="1600200" hangingPunct="1">
        <a:spcBef>
          <a:spcPct val="20000"/>
        </a:spcBef>
        <a:buFont typeface="Arial" pitchFamily="34" charset="0"/>
        <a:buChar char="–"/>
        <a:defRPr kern="1200" sz="2000">
          <a:solidFill>
            <a:schemeClr val="tx1"/>
          </a:solidFill>
          <a:latin typeface="+mn-lt"/>
          <a:ea typeface="+mn-ea"/>
        </a:defRPr>
      </a:lvl4pPr>
      <a:lvl5pPr algn="l" indent="-228600" latinLnBrk="0" eaLnBrk="1" rtl="0" defTabSz="914400" marL="2057400" hangingPunct="1">
        <a:spcBef>
          <a:spcPct val="20000"/>
        </a:spcBef>
        <a:buFont typeface="Arial" pitchFamily="34" charset="0"/>
        <a:buChar char="»"/>
        <a:defRPr kern="1200" sz="2000">
          <a:solidFill>
            <a:schemeClr val="tx1"/>
          </a:solidFill>
          <a:latin typeface="+mn-lt"/>
          <a:ea typeface="+mn-ea"/>
        </a:defRPr>
      </a:lvl5pPr>
      <a:lvl6pPr algn="l" indent="-228600" latinLnBrk="0" eaLnBrk="1" rtl="0" defTabSz="914400" marL="25146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6pPr>
      <a:lvl7pPr algn="l" indent="-228600" latinLnBrk="0" eaLnBrk="1" rtl="0" defTabSz="914400" marL="29718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7pPr>
      <a:lvl8pPr algn="l" indent="-228600" latinLnBrk="0" eaLnBrk="1" rtl="0" defTabSz="914400" marL="34290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8pPr>
      <a:lvl9pPr algn="l" indent="-228600" latinLnBrk="0" eaLnBrk="1" rtl="0" defTabSz="914400" marL="38862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algn="l" latinLnBrk="0" eaLnBrk="1" rtl="0" defTabSz="914400" marL="0" hangingPunct="1">
        <a:defRPr kern="1200" sz="1800">
          <a:solidFill>
            <a:schemeClr val="tx1"/>
          </a:solidFill>
          <a:latin typeface="+mn-lt"/>
          <a:ea typeface="+mn-ea"/>
        </a:defRPr>
      </a:lvl1pPr>
      <a:lvl2pPr algn="l" latinLnBrk="0" eaLnBrk="1" rtl="0" defTabSz="914400" marL="457200" hangingPunct="1">
        <a:defRPr kern="1200" sz="1800">
          <a:solidFill>
            <a:schemeClr val="tx1"/>
          </a:solidFill>
          <a:latin typeface="+mn-lt"/>
          <a:ea typeface="+mn-ea"/>
        </a:defRPr>
      </a:lvl2pPr>
      <a:lvl3pPr algn="l" latinLnBrk="0" eaLnBrk="1" rtl="0" defTabSz="914400" marL="914400" hangingPunct="1">
        <a:defRPr kern="1200" sz="1800">
          <a:solidFill>
            <a:schemeClr val="tx1"/>
          </a:solidFill>
          <a:latin typeface="+mn-lt"/>
          <a:ea typeface="+mn-ea"/>
        </a:defRPr>
      </a:lvl3pPr>
      <a:lvl4pPr algn="l" latinLnBrk="0" eaLnBrk="1" rtl="0" defTabSz="914400" marL="1371600" hangingPunct="1">
        <a:defRPr kern="1200" sz="1800">
          <a:solidFill>
            <a:schemeClr val="tx1"/>
          </a:solidFill>
          <a:latin typeface="+mn-lt"/>
          <a:ea typeface="+mn-ea"/>
        </a:defRPr>
      </a:lvl4pPr>
      <a:lvl5pPr algn="l" latinLnBrk="0" eaLnBrk="1" rtl="0" defTabSz="914400" marL="1828800" hangingPunct="1">
        <a:defRPr kern="1200" sz="1800">
          <a:solidFill>
            <a:schemeClr val="tx1"/>
          </a:solidFill>
          <a:latin typeface="+mn-lt"/>
          <a:ea typeface="+mn-ea"/>
        </a:defRPr>
      </a:lvl5pPr>
      <a:lvl6pPr algn="l" latinLnBrk="0" eaLnBrk="1" rtl="0" defTabSz="914400" marL="2286000" hangingPunct="1">
        <a:defRPr kern="1200" sz="1800">
          <a:solidFill>
            <a:schemeClr val="tx1"/>
          </a:solidFill>
          <a:latin typeface="+mn-lt"/>
          <a:ea typeface="+mn-ea"/>
        </a:defRPr>
      </a:lvl6pPr>
      <a:lvl7pPr algn="l" latinLnBrk="0" eaLnBrk="1" rtl="0" defTabSz="914400" marL="2743200" hangingPunct="1">
        <a:defRPr kern="1200" sz="1800">
          <a:solidFill>
            <a:schemeClr val="tx1"/>
          </a:solidFill>
          <a:latin typeface="+mn-lt"/>
          <a:ea typeface="+mn-ea"/>
        </a:defRPr>
      </a:lvl7pPr>
      <a:lvl8pPr algn="l" latinLnBrk="0" eaLnBrk="1" rtl="0" defTabSz="914400" marL="3200400" hangingPunct="1">
        <a:defRPr kern="1200" sz="1800">
          <a:solidFill>
            <a:schemeClr val="tx1"/>
          </a:solidFill>
          <a:latin typeface="+mn-lt"/>
          <a:ea typeface="+mn-ea"/>
        </a:defRPr>
      </a:lvl8pPr>
      <a:lvl9pPr algn="l" latinLnBrk="0" eaLnBrk="1" rtl="0" defTabSz="914400" marL="3657600" hangingPunct="1">
        <a:defRPr kern="1200" sz="180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.xml"/>
</Relationships>

</file>

<file path=ppt/slides/_rels/slide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.xml"/>
</Relationships>

</file>

<file path=ppt/slides/_rels/slide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.xml"/>
</Relationships>

</file>

<file path=ppt/slides/_rels/slide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6.xml"/>
</Relationships>

</file>

<file path=ppt/slides/_rels/slide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8.xml"/>
</Relationships>

</file>

<file path=ppt/slides/_rels/slide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9.xml"/>
</Relationships>

</file>

<file path=ppt/slides/_rels/slide1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0.xml"/>
</Relationships>

</file>

<file path=ppt/slides/_rels/slide1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1.xml"/>
</Relationships>

</file>

<file path=ppt/slides/_rels/slide1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2.xml"/>
</Relationships>

</file>

<file path=ppt/slides/_rels/slide1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3.xml"/>
</Relationships>

</file>

<file path=ppt/slides/_rels/slide1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4.xml"/>
</Relationships>

</file>

<file path=ppt/slides/_rels/slide1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5.xml"/>
</Relationships>

</file>

<file path=ppt/slides/_rels/slide1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6.xml"/>
</Relationships>

</file>

<file path=ppt/slides/_rels/slide1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7.xml"/>
</Relationships>

</file>

<file path=ppt/slides/_rels/slide1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8.xml"/>
</Relationships>

</file>

<file path=ppt/slides/_rels/slide1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9.xml"/>
</Relationships>

</file>

<file path=ppt/slides/_rels/slide2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0.xml"/>
</Relationships>

</file>

<file path=ppt/slides/_rels/slide2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1.xml"/>
</Relationships>

</file>

<file path=ppt/slides/_rels/slide2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2.xml"/>
</Relationships>

</file>

<file path=ppt/slides/_rels/slide2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3.xml"/>
</Relationships>

</file>

<file path=ppt/slides/_rels/slide2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4.xml"/>
</Relationships>

</file>

<file path=ppt/slides/_rels/slide2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5.xml"/>
</Relationships>

</file>

<file path=ppt/slides/_rels/slide2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6.xml"/>
</Relationships>

</file>

<file path=ppt/slides/_rels/slide2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7.xml"/>
</Relationships>

</file>

<file path=ppt/slides/_rels/slide2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8.xml"/>
</Relationships>

</file>

<file path=ppt/slides/_rels/slide2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9.xml"/>
</Relationships>

</file>

<file path=ppt/slides/_rels/slide3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0.xml"/>
</Relationships>

</file>

<file path=ppt/slides/_rels/slide3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1.xml"/>
   <Relationship Id="rId2" Type="http://schemas.openxmlformats.org/officeDocument/2006/relationships/image" Target="../media/ROCCurve1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ph type="tbl" idx="1"/>
          </p:nvPr>
        </p:nvGraphicFramePr>
        <p:xfrm>
          <a:off x="2357120" y="673100"/>
          <a:ext cy="4826000" cx="4429125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517015"/>
                <a:gridCol w="824865"/>
                <a:gridCol w="82486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HavingCVD-Stroke表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Stroke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724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48.59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96.79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54.19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1.61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15.58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41.07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82.48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45.81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8.72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17.52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84.42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1336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89.66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Proc Note 1"/>
          <p:cNvSpPr txBox="1">
            <a:spLocks noGrp="1"/>
          </p:cNvSpPr>
          <p:nvPr/>
        </p:nvSpPr>
        <p:spPr>
          <a:xfrm>
            <a:off y="5562600" x="2515235"/>
            <a:ext cy="381000" cx="411289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表“Stroke-HavingCVD”的统计量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" name="Proc Title 2"/>
          <p:cNvSpPr txBox="1">
            <a:spLocks noGrp="1"/>
          </p:cNvSpPr>
          <p:nvPr/>
        </p:nvSpPr>
        <p:spPr>
          <a:xfrm>
            <a:off y="6096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" name="Proc Title 3"/>
          <p:cNvSpPr txBox="1">
            <a:spLocks noGrp="1"/>
          </p:cNvSpPr>
          <p:nvPr/>
        </p:nvSpPr>
        <p:spPr>
          <a:xfrm>
            <a:off y="736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表“Stroke-HavingCVD”的统计量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1" name="Table 2"/>
          <p:cNvGraphicFramePr>
            <a:graphicFrameLocks noGrp="1"/>
          </p:cNvGraphicFramePr>
          <p:nvPr>
            <p:ph type="tbl" idx="1"/>
          </p:nvPr>
        </p:nvGraphicFramePr>
        <p:xfrm>
          <a:off x="1718945" y="1181100"/>
          <a:ext cy="3048000" cx="5705475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82.3274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89.5896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80.7904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82.2722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0.2351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0.2288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0.2351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" name="Proc Title 2"/>
          <p:cNvSpPr txBox="1">
            <a:spLocks noGrp="1"/>
          </p:cNvSpPr>
          <p:nvPr/>
        </p:nvSpPr>
        <p:spPr>
          <a:xfrm>
            <a:off y="6096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" name="Proc Title 3"/>
          <p:cNvSpPr txBox="1">
            <a:spLocks noGrp="1"/>
          </p:cNvSpPr>
          <p:nvPr/>
        </p:nvSpPr>
        <p:spPr>
          <a:xfrm>
            <a:off y="736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表“Stroke-HavingCVD”的统计量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8" name="Table 3"/>
          <p:cNvGraphicFramePr>
            <a:graphicFrameLocks noGrp="1"/>
          </p:cNvGraphicFramePr>
          <p:nvPr>
            <p:ph type="tbl" idx="1"/>
          </p:nvPr>
        </p:nvGraphicFramePr>
        <p:xfrm>
          <a:off x="2786380" y="1181100"/>
          <a:ext cy="2667000" cx="3571240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Proc Note 1"/>
          <p:cNvSpPr txBox="1">
            <a:spLocks noGrp="1"/>
          </p:cNvSpPr>
          <p:nvPr/>
        </p:nvSpPr>
        <p:spPr>
          <a:xfrm>
            <a:off y="39116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1490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4" name="Table 4"/>
          <p:cNvGraphicFramePr>
            <a:graphicFrameLocks noGrp="1"/>
          </p:cNvGraphicFramePr>
          <p:nvPr>
            <p:ph type="tbl" idx="1"/>
          </p:nvPr>
        </p:nvGraphicFramePr>
        <p:xfrm>
          <a:off x="2357120" y="673100"/>
          <a:ext cy="4826000" cx="4429125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517015"/>
                <a:gridCol w="824865"/>
                <a:gridCol w="82486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HavingCVD-Asthma表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Asthma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644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43.22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86.10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51.73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6.98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42.45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601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40.34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81.00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48.27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9.46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19.00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57.55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1245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83.56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16.44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Proc Note 1"/>
          <p:cNvSpPr txBox="1">
            <a:spLocks noGrp="1"/>
          </p:cNvSpPr>
          <p:nvPr/>
        </p:nvSpPr>
        <p:spPr>
          <a:xfrm>
            <a:off y="5562600" x="2451735"/>
            <a:ext cy="381000" cx="423989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表“Asthma-HavingCVD”的统计量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6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7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0" name="Proc Title 2"/>
          <p:cNvSpPr txBox="1">
            <a:spLocks noGrp="1"/>
          </p:cNvSpPr>
          <p:nvPr/>
        </p:nvSpPr>
        <p:spPr>
          <a:xfrm>
            <a:off y="6096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1" name="Proc Title 3"/>
          <p:cNvSpPr txBox="1">
            <a:spLocks noGrp="1"/>
          </p:cNvSpPr>
          <p:nvPr/>
        </p:nvSpPr>
        <p:spPr>
          <a:xfrm>
            <a:off y="736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表“Asthma-HavingCVD”的统计量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2" name="Table 5"/>
          <p:cNvGraphicFramePr>
            <a:graphicFrameLocks noGrp="1"/>
          </p:cNvGraphicFramePr>
          <p:nvPr>
            <p:ph type="tbl" idx="1"/>
          </p:nvPr>
        </p:nvGraphicFramePr>
        <p:xfrm>
          <a:off x="1793240" y="1181100"/>
          <a:ext cy="3048000" cx="5556885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2672715"/>
                <a:gridCol w="952500"/>
                <a:gridCol w="96583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7.0488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7.0705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6.6826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7.0441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0.0688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0.0686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0.0688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4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6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7" name="Proc Title 2"/>
          <p:cNvSpPr txBox="1">
            <a:spLocks noGrp="1"/>
          </p:cNvSpPr>
          <p:nvPr/>
        </p:nvSpPr>
        <p:spPr>
          <a:xfrm>
            <a:off y="6096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8" name="Proc Title 3"/>
          <p:cNvSpPr txBox="1">
            <a:spLocks noGrp="1"/>
          </p:cNvSpPr>
          <p:nvPr/>
        </p:nvSpPr>
        <p:spPr>
          <a:xfrm>
            <a:off y="736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表“Asthma-HavingCVD”的统计量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9" name="Table 6"/>
          <p:cNvGraphicFramePr>
            <a:graphicFrameLocks noGrp="1"/>
          </p:cNvGraphicFramePr>
          <p:nvPr>
            <p:ph type="tbl" idx="1"/>
          </p:nvPr>
        </p:nvGraphicFramePr>
        <p:xfrm>
          <a:off x="2786380" y="1181100"/>
          <a:ext cy="2667000" cx="3571240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644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0.9968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0.0096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" name="Proc Note 1"/>
          <p:cNvSpPr txBox="1">
            <a:spLocks noGrp="1"/>
          </p:cNvSpPr>
          <p:nvPr/>
        </p:nvSpPr>
        <p:spPr>
          <a:xfrm>
            <a:off y="39116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1490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1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2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4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45" name="Table 7"/>
          <p:cNvGraphicFramePr>
            <a:graphicFrameLocks noGrp="1"/>
          </p:cNvGraphicFramePr>
          <p:nvPr>
            <p:ph type="tbl" idx="1"/>
          </p:nvPr>
        </p:nvGraphicFramePr>
        <p:xfrm>
          <a:off x="2357120" y="673100"/>
          <a:ext cy="4826000" cx="4429125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517015"/>
                <a:gridCol w="824865"/>
                <a:gridCol w="82486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HavingCVD-Exercise表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10.74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21.39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588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39.46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78.61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53.75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15.84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31.81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506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33.96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68.19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46.25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26.58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1094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73.42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6" name="Proc Note 1"/>
          <p:cNvSpPr txBox="1">
            <a:spLocks noGrp="1"/>
          </p:cNvSpPr>
          <p:nvPr/>
        </p:nvSpPr>
        <p:spPr>
          <a:xfrm>
            <a:off y="5562600" x="2395220"/>
            <a:ext cy="381000" cx="435292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表“Exercise-HavingCVD”的统计量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7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8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0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1" name="Proc Title 2"/>
          <p:cNvSpPr txBox="1">
            <a:spLocks noGrp="1"/>
          </p:cNvSpPr>
          <p:nvPr/>
        </p:nvSpPr>
        <p:spPr>
          <a:xfrm>
            <a:off y="6096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2" name="Proc Title 3"/>
          <p:cNvSpPr txBox="1">
            <a:spLocks noGrp="1"/>
          </p:cNvSpPr>
          <p:nvPr/>
        </p:nvSpPr>
        <p:spPr>
          <a:xfrm>
            <a:off y="736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表“Exercise-HavingCVD”的统计量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53" name="Table 8"/>
          <p:cNvGraphicFramePr>
            <a:graphicFrameLocks noGrp="1"/>
          </p:cNvGraphicFramePr>
          <p:nvPr>
            <p:ph type="tbl" idx="1"/>
          </p:nvPr>
        </p:nvGraphicFramePr>
        <p:xfrm>
          <a:off x="1718945" y="1181100"/>
          <a:ext cy="3048000" cx="5705475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20.7083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20.8046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20.1780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20.6944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-0.1179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0.1171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-0.1179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4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5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7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8" name="Proc Title 2"/>
          <p:cNvSpPr txBox="1">
            <a:spLocks noGrp="1"/>
          </p:cNvSpPr>
          <p:nvPr/>
        </p:nvSpPr>
        <p:spPr>
          <a:xfrm>
            <a:off y="6096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9" name="Proc Title 3"/>
          <p:cNvSpPr txBox="1">
            <a:spLocks noGrp="1"/>
          </p:cNvSpPr>
          <p:nvPr/>
        </p:nvSpPr>
        <p:spPr>
          <a:xfrm>
            <a:off y="736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表“Exercise-HavingCVD”的统计量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60" name="Table 9"/>
          <p:cNvGraphicFramePr>
            <a:graphicFrameLocks noGrp="1"/>
          </p:cNvGraphicFramePr>
          <p:nvPr>
            <p:ph type="tbl" idx="1"/>
          </p:nvPr>
        </p:nvGraphicFramePr>
        <p:xfrm>
          <a:off x="2786380" y="1181100"/>
          <a:ext cy="2667000" cx="3571240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1" name="Proc Note 1"/>
          <p:cNvSpPr txBox="1">
            <a:spLocks noGrp="1"/>
          </p:cNvSpPr>
          <p:nvPr/>
        </p:nvSpPr>
        <p:spPr>
          <a:xfrm>
            <a:off y="39116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1490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2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3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5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66" name="Table 10"/>
          <p:cNvGraphicFramePr>
            <a:graphicFrameLocks noGrp="1"/>
          </p:cNvGraphicFramePr>
          <p:nvPr>
            <p:ph type="tbl" idx="1"/>
          </p:nvPr>
        </p:nvGraphicFramePr>
        <p:xfrm>
          <a:off x="513715" y="673100"/>
          <a:ext cy="4826000" cx="8115935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517015"/>
                <a:gridCol w="824865"/>
                <a:gridCol w="824865"/>
                <a:gridCol w="824865"/>
                <a:gridCol w="824865"/>
                <a:gridCol w="824865"/>
                <a:gridCol w="824865"/>
                <a:gridCol w="824865"/>
                <a:gridCol w="824865"/>
              </a:tblGrid>
              <a:tr h="381000">
                <a:tc gridSpan="9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HavingCVD-SleepTime表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47.37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0.87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1.74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26.53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3.22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6.42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47.52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20.72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15.57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31.02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15.03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29.95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2.89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5.75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42.16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32.00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0.67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1.35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52.63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2.42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4.85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73.47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3.56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52.48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20.62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10.74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21.56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40.82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14.90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29.92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3.96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7.95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57.84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2.28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4.58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68.00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1.28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3.29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26.31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29.93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3.36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7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8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0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71" name="Table 11"/>
          <p:cNvGraphicFramePr>
            <a:graphicFrameLocks noGrp="1"/>
          </p:cNvGraphicFramePr>
          <p:nvPr>
            <p:ph type="tbl" idx="1"/>
          </p:nvPr>
        </p:nvGraphicFramePr>
        <p:xfrm>
          <a:off x="979170" y="673100"/>
          <a:ext cy="4826000" cx="7185660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517015"/>
                <a:gridCol w="965835"/>
                <a:gridCol w="824865"/>
                <a:gridCol w="824865"/>
                <a:gridCol w="965835"/>
                <a:gridCol w="824865"/>
                <a:gridCol w="1262380"/>
              </a:tblGrid>
              <a:tr h="381000">
                <a:tc gridSpan="1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HavingCVD-SleepTime表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0.34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0.67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35.71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33.33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33.33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64.29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66.67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66.67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2" name="Proc Note 1"/>
          <p:cNvSpPr txBox="1">
            <a:spLocks noGrp="1"/>
          </p:cNvSpPr>
          <p:nvPr/>
        </p:nvSpPr>
        <p:spPr>
          <a:xfrm>
            <a:off y="5562600" x="2275840"/>
            <a:ext cy="381000" cx="459232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表“SleepTime-HavingCVD”的统计量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3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4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6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7" name="Proc Title 2"/>
          <p:cNvSpPr txBox="1">
            <a:spLocks noGrp="1"/>
          </p:cNvSpPr>
          <p:nvPr/>
        </p:nvSpPr>
        <p:spPr>
          <a:xfrm>
            <a:off y="6096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8" name="Proc Title 3"/>
          <p:cNvSpPr txBox="1">
            <a:spLocks noGrp="1"/>
          </p:cNvSpPr>
          <p:nvPr/>
        </p:nvSpPr>
        <p:spPr>
          <a:xfrm>
            <a:off y="736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表“SleepTime-HavingCVD”的统计量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79" name="Table 12"/>
          <p:cNvGraphicFramePr>
            <a:graphicFrameLocks noGrp="1"/>
          </p:cNvGraphicFramePr>
          <p:nvPr>
            <p:ph type="tbl" idx="1"/>
          </p:nvPr>
        </p:nvGraphicFramePr>
        <p:xfrm>
          <a:off x="1417955" y="1181100"/>
          <a:ext cy="3302000" cx="6307455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2672715"/>
                <a:gridCol w="1211580"/>
                <a:gridCol w="1211580"/>
                <a:gridCol w="121158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38.1183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39.9754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0.4335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0.5103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0.1599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0.1579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0.1599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WARNING: 31% 的单元格包含小于 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 的期望计数。卡方不是有效的检验。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0" name="Proc Note 1"/>
          <p:cNvSpPr txBox="1">
            <a:spLocks noGrp="1"/>
          </p:cNvSpPr>
          <p:nvPr/>
        </p:nvSpPr>
        <p:spPr>
          <a:xfrm>
            <a:off y="45466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1490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1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2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8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4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85" name="Table 13"/>
          <p:cNvGraphicFramePr>
            <a:graphicFrameLocks noGrp="1"/>
          </p:cNvGraphicFramePr>
          <p:nvPr>
            <p:ph type="tbl" idx="1"/>
          </p:nvPr>
        </p:nvGraphicFramePr>
        <p:xfrm>
          <a:off x="2285365" y="673100"/>
          <a:ext cy="2286000" cx="4573270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460500"/>
                <a:gridCol w="311277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模型信息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数据集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WORK.ANALYSIS_DATA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响应变量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响应水平数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模型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二元 Logit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优化方法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Fisher 评分法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6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7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8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9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90" name="Table 14"/>
          <p:cNvGraphicFramePr>
            <a:graphicFrameLocks noGrp="1"/>
          </p:cNvGraphicFramePr>
          <p:nvPr>
            <p:ph type="tbl" idx="1"/>
          </p:nvPr>
        </p:nvGraphicFramePr>
        <p:xfrm>
          <a:off x="3337560" y="673100"/>
          <a:ext cy="762000" cx="2468880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714500"/>
                <a:gridCol w="75438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读取的观测数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使用的观测数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1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2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4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95" name="Table 15"/>
          <p:cNvGraphicFramePr>
            <a:graphicFrameLocks noGrp="1"/>
          </p:cNvGraphicFramePr>
          <p:nvPr>
            <p:ph type="tbl" idx="1"/>
          </p:nvPr>
        </p:nvGraphicFramePr>
        <p:xfrm>
          <a:off x="3114675" y="673100"/>
          <a:ext cy="1778000" cx="2914015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698500"/>
                <a:gridCol w="1517015"/>
                <a:gridCol w="698500"/>
              </a:tblGrid>
              <a:tr h="381000"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响应概略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有序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总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频数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6" name="Proc Note 1"/>
          <p:cNvSpPr txBox="1">
            <a:spLocks noGrp="1"/>
          </p:cNvSpPr>
          <p:nvPr/>
        </p:nvSpPr>
        <p:spPr>
          <a:xfrm>
            <a:off y="2514600" x="2546985"/>
            <a:ext cy="381000" cx="404939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建模的概率为 HavingCVD='Yes'。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7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8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0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01" name="Table 16"/>
          <p:cNvGraphicFramePr>
            <a:graphicFrameLocks noGrp="1"/>
          </p:cNvGraphicFramePr>
          <p:nvPr>
            <p:ph type="tbl" idx="1"/>
          </p:nvPr>
        </p:nvGraphicFramePr>
        <p:xfrm>
          <a:off x="946785" y="673100"/>
          <a:ext cy="5334000" cx="7250430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685290"/>
                <a:gridCol w="158750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</a:tblGrid>
              <a:tr h="381000">
                <a:tc gridSpan="1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分类水平信息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分类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设计变量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Stroke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Asthma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3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0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5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06" name="Table 17"/>
          <p:cNvGraphicFramePr>
            <a:graphicFrameLocks noGrp="1"/>
          </p:cNvGraphicFramePr>
          <p:nvPr>
            <p:ph type="tbl" idx="1"/>
          </p:nvPr>
        </p:nvGraphicFramePr>
        <p:xfrm>
          <a:off x="946785" y="673100"/>
          <a:ext cy="5334000" cx="7250430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685290"/>
                <a:gridCol w="158750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</a:tblGrid>
              <a:tr h="381000">
                <a:tc gridSpan="1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分类水平信息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分类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设计变量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BMI_Class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NORMAL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OBESITY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OVER-FAT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OVER-THIN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MentalHealth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0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1-7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7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8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0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0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11" name="Table 18"/>
          <p:cNvGraphicFramePr>
            <a:graphicFrameLocks noGrp="1"/>
          </p:cNvGraphicFramePr>
          <p:nvPr>
            <p:ph type="tbl" idx="1"/>
          </p:nvPr>
        </p:nvGraphicFramePr>
        <p:xfrm>
          <a:off x="946785" y="673100"/>
          <a:ext cy="5334000" cx="7250430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685290"/>
                <a:gridCol w="158750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</a:tblGrid>
              <a:tr h="381000">
                <a:tc gridSpan="1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分类水平信息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分类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设计变量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15-21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22-28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8-14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&gt;28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2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3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5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16" name="Table 19"/>
          <p:cNvGraphicFramePr>
            <a:graphicFrameLocks noGrp="1"/>
          </p:cNvGraphicFramePr>
          <p:nvPr>
            <p:ph type="tbl" idx="1"/>
          </p:nvPr>
        </p:nvGraphicFramePr>
        <p:xfrm>
          <a:off x="946785" y="673100"/>
          <a:ext cy="2667000" cx="7250430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685290"/>
                <a:gridCol w="158750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</a:tblGrid>
              <a:tr h="381000">
                <a:tc gridSpan="1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分类水平信息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分类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设计变量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7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8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0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21" name="Table 20"/>
          <p:cNvGraphicFramePr>
            <a:graphicFrameLocks noGrp="1"/>
          </p:cNvGraphicFramePr>
          <p:nvPr>
            <p:ph type="tbl" idx="1"/>
          </p:nvPr>
        </p:nvGraphicFramePr>
        <p:xfrm>
          <a:off x="2660015" y="673100"/>
          <a:ext cy="762000" cx="3823970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382397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模型收敛状态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满足收敛准则 (GCONV=1E-8)。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2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3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5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26" name="Table 21"/>
          <p:cNvGraphicFramePr>
            <a:graphicFrameLocks noGrp="1"/>
          </p:cNvGraphicFramePr>
          <p:nvPr>
            <p:ph type="tbl" idx="1"/>
          </p:nvPr>
        </p:nvGraphicFramePr>
        <p:xfrm>
          <a:off x="2530475" y="673100"/>
          <a:ext cy="1905000" cx="4083050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120775"/>
                <a:gridCol w="1247775"/>
                <a:gridCol w="1714500"/>
              </a:tblGrid>
              <a:tr h="381000"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模型拟合统计量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准则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仅截距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截距和协变量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AIC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2067.554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1613.521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SC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2072.861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1793.943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-2 Log L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2065.554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1545.521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7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8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0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31" name="Table 22"/>
          <p:cNvGraphicFramePr>
            <a:graphicFrameLocks noGrp="1"/>
          </p:cNvGraphicFramePr>
          <p:nvPr>
            <p:ph type="tbl" idx="1"/>
          </p:nvPr>
        </p:nvGraphicFramePr>
        <p:xfrm>
          <a:off x="2508885" y="673100"/>
          <a:ext cy="2159000" cx="4126230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952500"/>
                <a:gridCol w="1247775"/>
                <a:gridCol w="952500"/>
                <a:gridCol w="97345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检验全局原假设: BETA=0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520.0334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评分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446.7910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Wald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319.9994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2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3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3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5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36" name="Table 23"/>
          <p:cNvGraphicFramePr>
            <a:graphicFrameLocks noGrp="1"/>
          </p:cNvGraphicFramePr>
          <p:nvPr>
            <p:ph type="tbl" idx="1"/>
          </p:nvPr>
        </p:nvGraphicFramePr>
        <p:xfrm>
          <a:off x="2142490" y="673100"/>
          <a:ext cy="4064000" cx="4859020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685290"/>
                <a:gridCol w="952500"/>
                <a:gridCol w="1247775"/>
                <a:gridCol w="97345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3 型效应分析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效应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Stroke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33.3459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Asthma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6.5937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0.0102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0.3396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0.5601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22.9976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0.0277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40.9775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229.3793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BMI_Class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12.5407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MentalHealth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7.8755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0.1632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7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8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3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0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41" name="Table 24"/>
          <p:cNvGraphicFramePr>
            <a:graphicFrameLocks noGrp="1"/>
          </p:cNvGraphicFramePr>
          <p:nvPr>
            <p:ph type="tbl" idx="1"/>
          </p:nvPr>
        </p:nvGraphicFramePr>
        <p:xfrm>
          <a:off x="269875" y="673100"/>
          <a:ext cy="5588000" cx="8603615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685290"/>
                <a:gridCol w="1587500"/>
                <a:gridCol w="952500"/>
                <a:gridCol w="1191260"/>
                <a:gridCol w="965835"/>
                <a:gridCol w="1247775"/>
                <a:gridCol w="973455"/>
              </a:tblGrid>
              <a:tr h="381000"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最大似然估计分析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参数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 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Intercept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-2.0199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0.4838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17.4348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Stroke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1.4978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0.2594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33.3459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Asthma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0.4586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0.1786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6.5937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0.0102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-0.0858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0.1472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0.3396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0.5601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-1.2902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0.6791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3.6095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0.0574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-1.1468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0.4589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6.2460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0.0124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-1.0848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0.4176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6.7467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-1.5647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0.4197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13.8967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-1.3524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0.4174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10.4987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-1.0144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0.4700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4.6569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0.0309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-0.4943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0.5402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0.8374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0.3601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10.2968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510.3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0.9839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2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3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4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5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46" name="Table 25"/>
          <p:cNvGraphicFramePr>
            <a:graphicFrameLocks noGrp="1"/>
          </p:cNvGraphicFramePr>
          <p:nvPr>
            <p:ph type="tbl" idx="1"/>
          </p:nvPr>
        </p:nvGraphicFramePr>
        <p:xfrm>
          <a:off x="269875" y="673100"/>
          <a:ext cy="5588000" cx="8603615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685290"/>
                <a:gridCol w="1587500"/>
                <a:gridCol w="952500"/>
                <a:gridCol w="1191260"/>
                <a:gridCol w="965835"/>
                <a:gridCol w="1247775"/>
                <a:gridCol w="973455"/>
              </a:tblGrid>
              <a:tr h="381000"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最大似然估计分析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参数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 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-1.0775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0.7571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2.0257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0.1547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-0.7604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1.3642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0.3107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0.5773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-13.1893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736.2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0.9857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-1.2689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1.5450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0.6746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0.4115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0.8428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0.1317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40.9775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0.9191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0.3741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6.0358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0.0140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0.5749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0.3928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2.1427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0.1432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1.8879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0.3080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37.5738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1.7850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0.3071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33.7834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2.6559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0.2863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86.0717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2.5335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0.2798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81.9731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3.1066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0.2857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118.2369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7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8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4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0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51" name="Table 26"/>
          <p:cNvGraphicFramePr>
            <a:graphicFrameLocks noGrp="1"/>
          </p:cNvGraphicFramePr>
          <p:nvPr>
            <p:ph type="tbl" idx="1"/>
          </p:nvPr>
        </p:nvGraphicFramePr>
        <p:xfrm>
          <a:off x="269875" y="673100"/>
          <a:ext cy="4826000" cx="8603615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1685290"/>
                <a:gridCol w="1587500"/>
                <a:gridCol w="952500"/>
                <a:gridCol w="1191260"/>
                <a:gridCol w="965835"/>
                <a:gridCol w="1247775"/>
                <a:gridCol w="973455"/>
              </a:tblGrid>
              <a:tr h="381000"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最大似然估计分析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参数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 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3.5522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0.3149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127.2285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3.3879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0.2966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130.5094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BMI_Class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OBESITY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0.5561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0.1709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10.5832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BMI_Class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OVER-FAT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0.3181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0.1803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3.1143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0.0776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BMI_Class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OVER-THIN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-0.3062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0.4879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0.3937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0.5303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MentalHealth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1-7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0.0193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0.1705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0.0129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0.9097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MentalHealth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15-21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0.6703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0.3282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4.1711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0.0411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MentalHealth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22-28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0.8943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0.8231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1.1806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0.2772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MentalHealth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8-14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0.2970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0.3253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0.8338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0.3612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MentalHealth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&gt;28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0.4676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0.2638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3.1425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0.0763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2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53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5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5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56" name="Table 27"/>
          <p:cNvGraphicFramePr>
            <a:graphicFrameLocks noGrp="1"/>
          </p:cNvGraphicFramePr>
          <p:nvPr>
            <p:ph type="tbl" idx="1"/>
          </p:nvPr>
        </p:nvGraphicFramePr>
        <p:xfrm>
          <a:off x="540385" y="673100"/>
          <a:ext cy="5588000" cx="8062595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4578350"/>
                <a:gridCol w="1255395"/>
                <a:gridCol w="973455"/>
                <a:gridCol w="125539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优比估计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效应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点估计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Stroke       Yes vs 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4.472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2.690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7.435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Asthma       Yes vs 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1.582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2.245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     Yes vs 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    3  vs 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    5  vs 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0.129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0.781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    6  vs 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0.766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    7  vs 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0.476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    8  vs 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0.586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    9  vs 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0.144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    10 vs 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1.758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    11 vs 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&gt;999.999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&lt;0.001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&gt;999.999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    12 vs 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0.077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7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58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5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0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61" name="Table 28"/>
          <p:cNvGraphicFramePr>
            <a:graphicFrameLocks noGrp="1"/>
          </p:cNvGraphicFramePr>
          <p:nvPr>
            <p:ph type="tbl" idx="1"/>
          </p:nvPr>
        </p:nvGraphicFramePr>
        <p:xfrm>
          <a:off x="540385" y="673100"/>
          <a:ext cy="5588000" cx="8062595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4578350"/>
                <a:gridCol w="1255395"/>
                <a:gridCol w="973455"/>
                <a:gridCol w="125539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优比估计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效应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点估计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    13 vs 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6.776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    14 vs 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&lt;0.001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&lt;0.001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&gt;999.999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SleepTime    15 vs 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0.281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5.808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       Male vs 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2.323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1.795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3.007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41-45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2.507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5.219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46-50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1.777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0.823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3.837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51-55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6.605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3.612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12.080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56-60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5.960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3.265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10.880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61-65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14.238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8.124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24.953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66-70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12.597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7.279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21.800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71-75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22.345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12.764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39.118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76-80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34.890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18.821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64.679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2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3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6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5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66" name="Table 29"/>
          <p:cNvGraphicFramePr>
            <a:graphicFrameLocks noGrp="1"/>
          </p:cNvGraphicFramePr>
          <p:nvPr>
            <p:ph type="tbl" idx="1"/>
          </p:nvPr>
        </p:nvGraphicFramePr>
        <p:xfrm>
          <a:off x="540385" y="673100"/>
          <a:ext cy="4445000" cx="8062595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4578350"/>
                <a:gridCol w="1255395"/>
                <a:gridCol w="973455"/>
                <a:gridCol w="125539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优比估计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效应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点估计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&gt;= 80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29.604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16.555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52.939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BMI_Class    OBESITY   vs NORMAL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1.744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2.438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BMI_Class    OVER-FAT  vs NORMAL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1.375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1.957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BMI_Class    OVER-THIN vs NORMAL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0.736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1.916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MentalHealth 1-7 days   vs 0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0.730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1.424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MentalHealth 15-21 days vs 0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1.955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3.720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MentalHealth 22-28 days vs 0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2.446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12.275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MentalHealth 8-14 days  vs 0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1.346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0.711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2.546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MentalHealth &gt;28 days   vs 0 days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1.596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0.952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2.677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7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8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6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0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71" name="Table 30"/>
          <p:cNvGraphicFramePr>
            <a:graphicFrameLocks noGrp="1"/>
          </p:cNvGraphicFramePr>
          <p:nvPr>
            <p:ph type="tbl" idx="1"/>
          </p:nvPr>
        </p:nvGraphicFramePr>
        <p:xfrm>
          <a:off x="1576705" y="673100"/>
          <a:ext cy="1905000" cx="5990590"/>
        </p:xfrm>
        <a:graphic>
          <a:graphicData uri="http://schemas.openxmlformats.org/drawingml/2006/table">
            <a:tbl>
              <a:tblPr>
                <a:tableStyleId>{E4B31C7A-FA74-6C49-8C12-D0F9677209BD}</a:tableStyleId>
              </a:tblPr>
              <a:tblGrid>
                <a:gridCol w="2730500"/>
                <a:gridCol w="1036320"/>
                <a:gridCol w="1318895"/>
                <a:gridCol w="90487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预测概率和观测响应的关联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一致部分所占百分比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81.9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Somers D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不一致部分所占百分比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18.1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Gamma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0.639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结值百分比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Tau-a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555016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2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3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7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5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76" title="“模型”的 ROC 曲线" name="ROCCurve12.png" descr="“模型”的 ROC 曲线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673100" x="1691640"/>
            <a:ext cy="4321810" cx="5760720"/>
          </a:xfrm>
          <a:prstGeom prst="rect">
            <a:avLst/>
          </a:prstGeom>
        </p:spPr>
      </p:pic>
      <p:sp>
        <p:nvSpPr>
          <p:cNvPr id="177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9A94C320-83E0-0945-BA82-70F44899BABD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8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78315D6-A9C4-D048-BA40-94BDF1FADD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DS Light">
  <a:themeElements>
    <a:clrScheme name="ODS Light">
      <a:dk1>
        <a:srgbClr val="000000"/>
      </a:dk1>
      <a:lt1>
        <a:srgbClr val="FFFFFF"/>
      </a:lt1>
      <a:dk2>
        <a:srgbClr val="646464"/>
      </a:dk2>
      <a:lt2>
        <a:srgbClr val="D8D8D8"/>
      </a:lt2>
      <a:accent1>
        <a:srgbClr val="3D5AAE"/>
      </a:accent1>
      <a:accent2>
        <a:srgbClr val="90B328"/>
      </a:accent2>
      <a:accent3>
        <a:srgbClr val="9D2E14"/>
      </a:accent3>
      <a:accent4>
        <a:srgbClr val="F8B93C"/>
      </a:accent4>
      <a:accent5>
        <a:srgbClr val="6590CD"/>
      </a:accent5>
      <a:accent6>
        <a:srgbClr val="5E6C10"/>
      </a:accent6>
      <a:hlink>
        <a:srgbClr val="00709F"/>
      </a:hlink>
      <a:folHlink>
        <a:srgbClr val="7A40A6"/>
      </a:folHlink>
    </a:clrScheme>
    <a:fontScheme name="ODS Light">
      <a:majorFont>
        <a:latin typeface="MYingHei_18030_C-Medium"/>
        <a:ea typeface=""/>
        <a:cs typeface=""/>
        <a:font script="Hans" typeface="MYingHei_18030_C-Medium"/>
      </a:majorFont>
      <a:minorFont>
        <a:latin typeface="MYingHei_18030_C-Medium"/>
        <a:ea typeface=""/>
        <a:cs typeface=""/>
        <a:font script="Hans" typeface="MYingHei_18030_C-Medium"/>
      </a:minorFont>
    </a:fontScheme>
    <a:fmtScheme name="ODS L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cmpd="sng" algn="ctr" w="9525" cap="flat">
          <a:solidFill>
            <a:schemeClr val="phClr"/>
          </a:solidFill>
          <a:prstDash val="solid"/>
        </a:ln>
        <a:ln cmpd="sng" algn="ctr" w="25400" cap="flat">
          <a:solidFill>
            <a:schemeClr val="phClr"/>
          </a:solidFill>
          <a:prstDash val="solid"/>
        </a:ln>
        <a:ln cmpd="sng" algn="ctr" w="38100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On-screen Show (4:3)</PresentationFormat>
  <Slides>31</Slides>
  <Notes>0</Notes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baseType="lpstr" size="1">
      <vt:lpstr>ODS Theme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!-- saslongversion 9.04.01M8P02222023 -->
  <!-- syshostinfolong Linux LIN X64 5.14.0-284.30.1.el9_2.x86_64 #1 SMP PREEMPT_DYNAMIC Sat Sep 16 09:55:41 UTC 2023 x86_64 Rocky Linux release 9.2 (Blue Onyx)  -->
  <dc:creator>u64324048</dc:creator>
  <cp:lastModifiedBy>u64324048</cp:lastModifiedBy>
  <cp:revision>1</cp:revision>
  <dcterms:created xsi:type="dcterms:W3CDTF">2025-12-07T10:38:34+00:00</dcterms:created>
  <dcterms:modified xsi:type="dcterms:W3CDTF">2025-12-07T10:38:34+00:00</dcterms:modified>
</cp:coreProperties>
</file>
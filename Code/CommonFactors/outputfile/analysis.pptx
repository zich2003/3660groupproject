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32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33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34.xml" ContentType="application/vnd.openxmlformats-officedocument.presentationml.slideLayout+xml"/>
  <Override PartName="/ppt/slides/slide35.xml" ContentType="application/vnd.openxmlformats-officedocument.presentationml.slide+xml"/>
  <Override PartName="/ppt/slideLayouts/slideLayout35.xml" ContentType="application/vnd.openxmlformats-officedocument.presentationml.slideLayout+xml"/>
  <Override PartName="/ppt/slides/slide36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37.xml" ContentType="application/vnd.openxmlformats-officedocument.presentationml.slide+xml"/>
  <Override PartName="/ppt/slideLayouts/slideLayout37.xml" ContentType="application/vnd.openxmlformats-officedocument.presentationml.slideLayout+xml"/>
  <Override PartName="/ppt/slides/slide38.xml" ContentType="application/vnd.openxmlformats-officedocument.presentationml.slide+xml"/>
  <Override PartName="/ppt/slideLayouts/slideLayout38.xml" ContentType="application/vnd.openxmlformats-officedocument.presentationml.slideLayout+xml"/>
  <Override PartName="/ppt/slides/slide39.xml" ContentType="application/vnd.openxmlformats-officedocument.presentationml.slide+xml"/>
  <Override PartName="/ppt/slideLayouts/slideLayout39.xml" ContentType="application/vnd.openxmlformats-officedocument.presentationml.slideLayout+xml"/>
  <Override PartName="/ppt/slides/slide40.xml" ContentType="application/vnd.openxmlformats-officedocument.presentationml.slide+xml"/>
  <Override PartName="/ppt/slideLayouts/slideLayout40.xml" ContentType="application/vnd.openxmlformats-officedocument.presentationml.slideLayout+xml"/>
  <Override PartName="/ppt/slides/slide41.xml" ContentType="application/vnd.openxmlformats-officedocument.presentationml.slide+xml"/>
  <Override PartName="/ppt/slideLayouts/slideLayout41.xml" ContentType="application/vnd.openxmlformats-officedocument.presentationml.slideLayout+xml"/>
  <Override PartName="/ppt/slides/slide42.xml" ContentType="application/vnd.openxmlformats-officedocument.presentationml.slide+xml"/>
  <Override PartName="/ppt/slideLayouts/slideLayout42.xml" ContentType="application/vnd.openxmlformats-officedocument.presentationml.slideLayout+xml"/>
  <Override PartName="/ppt/slides/slide43.xml" ContentType="application/vnd.openxmlformats-officedocument.presentationml.slide+xml"/>
  <Override PartName="/ppt/slideLayouts/slideLayout43.xml" ContentType="application/vnd.openxmlformats-officedocument.presentationml.slideLayout+xml"/>
  <Override PartName="/ppt/slides/slide44.xml" ContentType="application/vnd.openxmlformats-officedocument.presentationml.slide+xml"/>
  <Override PartName="/ppt/slideLayouts/slideLayout44.xml" ContentType="application/vnd.openxmlformats-officedocument.presentationml.slideLayout+xml"/>
  <Override PartName="/ppt/slides/slide45.xml" ContentType="application/vnd.openxmlformats-officedocument.presentationml.slide+xml"/>
  <Override PartName="/ppt/slideLayouts/slideLayout45.xml" ContentType="application/vnd.openxmlformats-officedocument.presentationml.slideLayout+xml"/>
  <Override PartName="/ppt/slides/slide46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47.xml" ContentType="application/vnd.openxmlformats-officedocument.presentationml.slide+xml"/>
  <Override PartName="/ppt/slideLayouts/slideLayout47.xml" ContentType="application/vnd.openxmlformats-officedocument.presentationml.slideLayout+xml"/>
  <Override PartName="/ppt/slides/slide48.xml" ContentType="application/vnd.openxmlformats-officedocument.presentationml.slide+xml"/>
  <Override PartName="/ppt/slideLayouts/slideLayout48.xml" ContentType="application/vnd.openxmlformats-officedocument.presentationml.slideLayout+xml"/>
  <Override PartName="/ppt/slides/slide49.xml" ContentType="application/vnd.openxmlformats-officedocument.presentationml.slide+xml"/>
  <Override PartName="/ppt/slideLayouts/slideLayout49.xml" ContentType="application/vnd.openxmlformats-officedocument.presentationml.slideLayout+xml"/>
  <Override PartName="/ppt/slides/slide50.xml" ContentType="application/vnd.openxmlformats-officedocument.presentationml.slide+xml"/>
  <Override PartName="/ppt/slideLayouts/slideLayout50.xml" ContentType="application/vnd.openxmlformats-officedocument.presentationml.slideLayout+xml"/>
  <Override PartName="/ppt/slides/slide51.xml" ContentType="application/vnd.openxmlformats-officedocument.presentationml.slide+xml"/>
  <Override PartName="/ppt/slideLayouts/slideLayout51.xml" ContentType="application/vnd.openxmlformats-officedocument.presentationml.slideLayout+xml"/>
  <Override PartName="/ppt/slides/slide52.xml" ContentType="application/vnd.openxmlformats-officedocument.presentationml.slide+xml"/>
  <Override PartName="/ppt/slideLayouts/slideLayout52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53.xml" ContentType="application/vnd.openxmlformats-officedocument.presentationml.slideLayout+xml"/>
  <Override PartName="/ppt/slides/slide54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55.xml" ContentType="application/vnd.openxmlformats-officedocument.presentationml.slide+xml"/>
  <Override PartName="/ppt/slideLayouts/slideLayout55.xml" ContentType="application/vnd.openxmlformats-officedocument.presentationml.slideLayout+xml"/>
  <Override PartName="/ppt/slides/slide56.xml" ContentType="application/vnd.openxmlformats-officedocument.presentationml.slide+xml"/>
  <Override PartName="/ppt/slideLayouts/slideLayout56.xml" ContentType="application/vnd.openxmlformats-officedocument.presentationml.slideLayout+xml"/>
  <Override PartName="/ppt/theme/theme1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13" r:id="rId6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D9A6CBD5-B7BB-F044-B89C-7718C807AE39}">
  <a:tblStyle styleId="{D9A6CBD5-B7BB-F044-B89C-7718C807AE39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slide" Target="slides/slide9.xml"/>
   <Relationship Id="rId10" Type="http://schemas.openxmlformats.org/officeDocument/2006/relationships/slide" Target="slides/slide10.xml"/>
   <Relationship Id="rId11" Type="http://schemas.openxmlformats.org/officeDocument/2006/relationships/slide" Target="slides/slide11.xml"/>
   <Relationship Id="rId12" Type="http://schemas.openxmlformats.org/officeDocument/2006/relationships/slide" Target="slides/slide12.xml"/>
   <Relationship Id="rId13" Type="http://schemas.openxmlformats.org/officeDocument/2006/relationships/slide" Target="slides/slide13.xml"/>
   <Relationship Id="rId14" Type="http://schemas.openxmlformats.org/officeDocument/2006/relationships/slide" Target="slides/slide14.xml"/>
   <Relationship Id="rId15" Type="http://schemas.openxmlformats.org/officeDocument/2006/relationships/slide" Target="slides/slide15.xml"/>
   <Relationship Id="rId16" Type="http://schemas.openxmlformats.org/officeDocument/2006/relationships/slide" Target="slides/slide16.xml"/>
   <Relationship Id="rId17" Type="http://schemas.openxmlformats.org/officeDocument/2006/relationships/slide" Target="slides/slide17.xml"/>
   <Relationship Id="rId18" Type="http://schemas.openxmlformats.org/officeDocument/2006/relationships/slide" Target="slides/slide18.xml"/>
   <Relationship Id="rId19" Type="http://schemas.openxmlformats.org/officeDocument/2006/relationships/slide" Target="slides/slide19.xml"/>
   <Relationship Id="rId20" Type="http://schemas.openxmlformats.org/officeDocument/2006/relationships/slide" Target="slides/slide20.xml"/>
   <Relationship Id="rId21" Type="http://schemas.openxmlformats.org/officeDocument/2006/relationships/slide" Target="slides/slide21.xml"/>
   <Relationship Id="rId22" Type="http://schemas.openxmlformats.org/officeDocument/2006/relationships/slide" Target="slides/slide22.xml"/>
   <Relationship Id="rId23" Type="http://schemas.openxmlformats.org/officeDocument/2006/relationships/slide" Target="slides/slide23.xml"/>
   <Relationship Id="rId24" Type="http://schemas.openxmlformats.org/officeDocument/2006/relationships/slide" Target="slides/slide24.xml"/>
   <Relationship Id="rId25" Type="http://schemas.openxmlformats.org/officeDocument/2006/relationships/slide" Target="slides/slide25.xml"/>
   <Relationship Id="rId26" Type="http://schemas.openxmlformats.org/officeDocument/2006/relationships/slide" Target="slides/slide26.xml"/>
   <Relationship Id="rId27" Type="http://schemas.openxmlformats.org/officeDocument/2006/relationships/slide" Target="slides/slide27.xml"/>
   <Relationship Id="rId28" Type="http://schemas.openxmlformats.org/officeDocument/2006/relationships/slide" Target="slides/slide28.xml"/>
   <Relationship Id="rId29" Type="http://schemas.openxmlformats.org/officeDocument/2006/relationships/slide" Target="slides/slide29.xml"/>
   <Relationship Id="rId30" Type="http://schemas.openxmlformats.org/officeDocument/2006/relationships/slide" Target="slides/slide30.xml"/>
   <Relationship Id="rId31" Type="http://schemas.openxmlformats.org/officeDocument/2006/relationships/slide" Target="slides/slide31.xml"/>
   <Relationship Id="rId32" Type="http://schemas.openxmlformats.org/officeDocument/2006/relationships/slide" Target="slides/slide32.xml"/>
   <Relationship Id="rId33" Type="http://schemas.openxmlformats.org/officeDocument/2006/relationships/slide" Target="slides/slide33.xml"/>
   <Relationship Id="rId34" Type="http://schemas.openxmlformats.org/officeDocument/2006/relationships/slide" Target="slides/slide34.xml"/>
   <Relationship Id="rId35" Type="http://schemas.openxmlformats.org/officeDocument/2006/relationships/slide" Target="slides/slide35.xml"/>
   <Relationship Id="rId36" Type="http://schemas.openxmlformats.org/officeDocument/2006/relationships/slide" Target="slides/slide36.xml"/>
   <Relationship Id="rId37" Type="http://schemas.openxmlformats.org/officeDocument/2006/relationships/slide" Target="slides/slide37.xml"/>
   <Relationship Id="rId38" Type="http://schemas.openxmlformats.org/officeDocument/2006/relationships/slide" Target="slides/slide38.xml"/>
   <Relationship Id="rId39" Type="http://schemas.openxmlformats.org/officeDocument/2006/relationships/slide" Target="slides/slide39.xml"/>
   <Relationship Id="rId40" Type="http://schemas.openxmlformats.org/officeDocument/2006/relationships/slide" Target="slides/slide40.xml"/>
   <Relationship Id="rId41" Type="http://schemas.openxmlformats.org/officeDocument/2006/relationships/slide" Target="slides/slide41.xml"/>
   <Relationship Id="rId42" Type="http://schemas.openxmlformats.org/officeDocument/2006/relationships/slide" Target="slides/slide42.xml"/>
   <Relationship Id="rId43" Type="http://schemas.openxmlformats.org/officeDocument/2006/relationships/slide" Target="slides/slide43.xml"/>
   <Relationship Id="rId44" Type="http://schemas.openxmlformats.org/officeDocument/2006/relationships/slide" Target="slides/slide44.xml"/>
   <Relationship Id="rId45" Type="http://schemas.openxmlformats.org/officeDocument/2006/relationships/slide" Target="slides/slide45.xml"/>
   <Relationship Id="rId46" Type="http://schemas.openxmlformats.org/officeDocument/2006/relationships/slide" Target="slides/slide46.xml"/>
   <Relationship Id="rId47" Type="http://schemas.openxmlformats.org/officeDocument/2006/relationships/slide" Target="slides/slide47.xml"/>
   <Relationship Id="rId48" Type="http://schemas.openxmlformats.org/officeDocument/2006/relationships/slide" Target="slides/slide48.xml"/>
   <Relationship Id="rId49" Type="http://schemas.openxmlformats.org/officeDocument/2006/relationships/slide" Target="slides/slide49.xml"/>
   <Relationship Id="rId50" Type="http://schemas.openxmlformats.org/officeDocument/2006/relationships/slide" Target="slides/slide50.xml"/>
   <Relationship Id="rId51" Type="http://schemas.openxmlformats.org/officeDocument/2006/relationships/slide" Target="slides/slide51.xml"/>
   <Relationship Id="rId52" Type="http://schemas.openxmlformats.org/officeDocument/2006/relationships/slide" Target="slides/slide52.xml"/>
   <Relationship Id="rId53" Type="http://schemas.openxmlformats.org/officeDocument/2006/relationships/slide" Target="slides/slide53.xml"/>
   <Relationship Id="rId54" Type="http://schemas.openxmlformats.org/officeDocument/2006/relationships/slide" Target="slides/slide54.xml"/>
   <Relationship Id="rId55" Type="http://schemas.openxmlformats.org/officeDocument/2006/relationships/slide" Target="slides/slide55.xml"/>
   <Relationship Id="rId56" Type="http://schemas.openxmlformats.org/officeDocument/2006/relationships/slide" Target="slides/slide56.xml"/>
   <Relationship Id="rId57" Type="http://schemas.openxmlformats.org/officeDocument/2006/relationships/viewProps" Target="viewProps.xml"/>
   <Relationship Id="rId58" Type="http://schemas.openxmlformats.org/officeDocument/2006/relationships/presProps" Target="presProps.xml"/>
   <Relationship Id="rId59" Type="http://schemas.openxmlformats.org/officeDocument/2006/relationships/tableStyles" Target="tableStyles.xml"/>
   <Relationship Id="rId60" Type="http://schemas.openxmlformats.org/officeDocument/2006/relationships/theme" Target="theme/theme1.xml"/>
   <Relationship Id="rId61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960755"/>
            <a:ext cy="1905000" cx="72218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870710"/>
            <a:ext cy="1905000" cx="54019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834390"/>
            <a:ext cy="1905000" cx="747458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767840"/>
            <a:ext cy="1905000" cx="56083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906270"/>
            <a:ext cy="1143000" cx="5331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697355"/>
            <a:ext cy="1143000" cx="57486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2338070"/>
            <a:ext cy="3352800" cx="44678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2338070"/>
            <a:ext cy="3352800" cx="44678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080770"/>
            <a:ext cy="1905000" cx="698246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406900" x="1990725"/>
            <a:ext cy="1905000" cx="5162550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954405"/>
            <a:ext cy="1905000" cx="723519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406900" x="1887220"/>
            <a:ext cy="1905000" cx="536892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958975"/>
            <a:ext cy="1143000" cx="52260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693545"/>
            <a:ext cy="1143000" cx="57562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438400" x="1981200"/>
            <a:ext cy="3883025" cx="518160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438400" x="1981200"/>
            <a:ext cy="3883025" cx="518160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4191000" cx="46462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2540000" cx="464629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76935"/>
            <a:ext cy="4191000" cx="73901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23415"/>
            <a:ext cy="4191000" cx="52971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76935"/>
            <a:ext cy="2540000" cx="73901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23415"/>
            <a:ext cy="2540000" cx="529717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648460"/>
            <a:ext cy="1143000" cx="584644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648460"/>
            <a:ext cy="1905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4191000" cx="84099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2540000" cx="840994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1905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486410"/>
            <a:ext cy="4191000" cx="81705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486410"/>
            <a:ext cy="2540000" cx="81705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1449705"/>
            <a:ext cy="4572000" cx="62439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2811780"/>
            <a:ext cy="4572000" cx="35204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1449705"/>
            <a:ext cy="3810000" cx="62439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2811780"/>
            <a:ext cy="3810000" cx="35204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45745"/>
            <a:ext cy="1397000" cx="865251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3337560"/>
            <a:ext cy="762000" cx="24688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1134110"/>
            <a:ext cy="1524000" cx="68757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1969770"/>
            <a:ext cy="762000" cx="52038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831215"/>
            <a:ext cy="762000" cx="74815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1905000" x="1691640"/>
            <a:ext cy="4321810" cx="57607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1397000" x="1691640"/>
            <a:ext cy="4321810" cx="57607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349500" x="1849755"/>
            <a:ext cy="1524000" cx="54438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4318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570865"/>
            <a:ext cy="2032000" cx="80016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slideLayout" Target="../slideLayouts/slideLayout9.xml"/>
   <Relationship Id="rId10" Type="http://schemas.openxmlformats.org/officeDocument/2006/relationships/slideLayout" Target="../slideLayouts/slideLayout10.xml"/>
   <Relationship Id="rId11" Type="http://schemas.openxmlformats.org/officeDocument/2006/relationships/slideLayout" Target="../slideLayouts/slideLayout11.xml"/>
   <Relationship Id="rId12" Type="http://schemas.openxmlformats.org/officeDocument/2006/relationships/slideLayout" Target="../slideLayouts/slideLayout12.xml"/>
   <Relationship Id="rId13" Type="http://schemas.openxmlformats.org/officeDocument/2006/relationships/slideLayout" Target="../slideLayouts/slideLayout13.xml"/>
   <Relationship Id="rId14" Type="http://schemas.openxmlformats.org/officeDocument/2006/relationships/slideLayout" Target="../slideLayouts/slideLayout14.xml"/>
   <Relationship Id="rId15" Type="http://schemas.openxmlformats.org/officeDocument/2006/relationships/slideLayout" Target="../slideLayouts/slideLayout15.xml"/>
   <Relationship Id="rId16" Type="http://schemas.openxmlformats.org/officeDocument/2006/relationships/slideLayout" Target="../slideLayouts/slideLayout16.xml"/>
   <Relationship Id="rId17" Type="http://schemas.openxmlformats.org/officeDocument/2006/relationships/slideLayout" Target="../slideLayouts/slideLayout17.xml"/>
   <Relationship Id="rId18" Type="http://schemas.openxmlformats.org/officeDocument/2006/relationships/slideLayout" Target="../slideLayouts/slideLayout18.xml"/>
   <Relationship Id="rId19" Type="http://schemas.openxmlformats.org/officeDocument/2006/relationships/slideLayout" Target="../slideLayouts/slideLayout19.xml"/>
   <Relationship Id="rId20" Type="http://schemas.openxmlformats.org/officeDocument/2006/relationships/slideLayout" Target="../slideLayouts/slideLayout20.xml"/>
   <Relationship Id="rId21" Type="http://schemas.openxmlformats.org/officeDocument/2006/relationships/slideLayout" Target="../slideLayouts/slideLayout21.xml"/>
   <Relationship Id="rId22" Type="http://schemas.openxmlformats.org/officeDocument/2006/relationships/slideLayout" Target="../slideLayouts/slideLayout22.xml"/>
   <Relationship Id="rId23" Type="http://schemas.openxmlformats.org/officeDocument/2006/relationships/slideLayout" Target="../slideLayouts/slideLayout23.xml"/>
   <Relationship Id="rId24" Type="http://schemas.openxmlformats.org/officeDocument/2006/relationships/slideLayout" Target="../slideLayouts/slideLayout24.xml"/>
   <Relationship Id="rId25" Type="http://schemas.openxmlformats.org/officeDocument/2006/relationships/slideLayout" Target="../slideLayouts/slideLayout25.xml"/>
   <Relationship Id="rId26" Type="http://schemas.openxmlformats.org/officeDocument/2006/relationships/slideLayout" Target="../slideLayouts/slideLayout26.xml"/>
   <Relationship Id="rId27" Type="http://schemas.openxmlformats.org/officeDocument/2006/relationships/slideLayout" Target="../slideLayouts/slideLayout27.xml"/>
   <Relationship Id="rId28" Type="http://schemas.openxmlformats.org/officeDocument/2006/relationships/slideLayout" Target="../slideLayouts/slideLayout28.xml"/>
   <Relationship Id="rId29" Type="http://schemas.openxmlformats.org/officeDocument/2006/relationships/slideLayout" Target="../slideLayouts/slideLayout29.xml"/>
   <Relationship Id="rId30" Type="http://schemas.openxmlformats.org/officeDocument/2006/relationships/slideLayout" Target="../slideLayouts/slideLayout30.xml"/>
   <Relationship Id="rId31" Type="http://schemas.openxmlformats.org/officeDocument/2006/relationships/slideLayout" Target="../slideLayouts/slideLayout31.xml"/>
   <Relationship Id="rId32" Type="http://schemas.openxmlformats.org/officeDocument/2006/relationships/slideLayout" Target="../slideLayouts/slideLayout32.xml"/>
   <Relationship Id="rId33" Type="http://schemas.openxmlformats.org/officeDocument/2006/relationships/slideLayout" Target="../slideLayouts/slideLayout33.xml"/>
   <Relationship Id="rId34" Type="http://schemas.openxmlformats.org/officeDocument/2006/relationships/slideLayout" Target="../slideLayouts/slideLayout34.xml"/>
   <Relationship Id="rId35" Type="http://schemas.openxmlformats.org/officeDocument/2006/relationships/slideLayout" Target="../slideLayouts/slideLayout35.xml"/>
   <Relationship Id="rId36" Type="http://schemas.openxmlformats.org/officeDocument/2006/relationships/slideLayout" Target="../slideLayouts/slideLayout36.xml"/>
   <Relationship Id="rId37" Type="http://schemas.openxmlformats.org/officeDocument/2006/relationships/slideLayout" Target="../slideLayouts/slideLayout37.xml"/>
   <Relationship Id="rId38" Type="http://schemas.openxmlformats.org/officeDocument/2006/relationships/slideLayout" Target="../slideLayouts/slideLayout38.xml"/>
   <Relationship Id="rId39" Type="http://schemas.openxmlformats.org/officeDocument/2006/relationships/slideLayout" Target="../slideLayouts/slideLayout39.xml"/>
   <Relationship Id="rId40" Type="http://schemas.openxmlformats.org/officeDocument/2006/relationships/slideLayout" Target="../slideLayouts/slideLayout40.xml"/>
   <Relationship Id="rId41" Type="http://schemas.openxmlformats.org/officeDocument/2006/relationships/slideLayout" Target="../slideLayouts/slideLayout41.xml"/>
   <Relationship Id="rId42" Type="http://schemas.openxmlformats.org/officeDocument/2006/relationships/slideLayout" Target="../slideLayouts/slideLayout42.xml"/>
   <Relationship Id="rId43" Type="http://schemas.openxmlformats.org/officeDocument/2006/relationships/slideLayout" Target="../slideLayouts/slideLayout43.xml"/>
   <Relationship Id="rId44" Type="http://schemas.openxmlformats.org/officeDocument/2006/relationships/slideLayout" Target="../slideLayouts/slideLayout44.xml"/>
   <Relationship Id="rId45" Type="http://schemas.openxmlformats.org/officeDocument/2006/relationships/slideLayout" Target="../slideLayouts/slideLayout45.xml"/>
   <Relationship Id="rId46" Type="http://schemas.openxmlformats.org/officeDocument/2006/relationships/slideLayout" Target="../slideLayouts/slideLayout46.xml"/>
   <Relationship Id="rId47" Type="http://schemas.openxmlformats.org/officeDocument/2006/relationships/slideLayout" Target="../slideLayouts/slideLayout47.xml"/>
   <Relationship Id="rId48" Type="http://schemas.openxmlformats.org/officeDocument/2006/relationships/slideLayout" Target="../slideLayouts/slideLayout48.xml"/>
   <Relationship Id="rId49" Type="http://schemas.openxmlformats.org/officeDocument/2006/relationships/slideLayout" Target="../slideLayouts/slideLayout49.xml"/>
   <Relationship Id="rId50" Type="http://schemas.openxmlformats.org/officeDocument/2006/relationships/slideLayout" Target="../slideLayouts/slideLayout50.xml"/>
   <Relationship Id="rId51" Type="http://schemas.openxmlformats.org/officeDocument/2006/relationships/slideLayout" Target="../slideLayouts/slideLayout51.xml"/>
   <Relationship Id="rId52" Type="http://schemas.openxmlformats.org/officeDocument/2006/relationships/slideLayout" Target="../slideLayouts/slideLayout52.xml"/>
   <Relationship Id="rId53" Type="http://schemas.openxmlformats.org/officeDocument/2006/relationships/slideLayout" Target="../slideLayouts/slideLayout53.xml"/>
   <Relationship Id="rId54" Type="http://schemas.openxmlformats.org/officeDocument/2006/relationships/slideLayout" Target="../slideLayouts/slideLayout54.xml"/>
   <Relationship Id="rId55" Type="http://schemas.openxmlformats.org/officeDocument/2006/relationships/slideLayout" Target="../slideLayouts/slideLayout55.xml"/>
   <Relationship Id="rId56" Type="http://schemas.openxmlformats.org/officeDocument/2006/relationships/slideLayout" Target="../slideLayouts/slideLayout56.xml"/>
   <Relationship Id="rId57" Type="http://schemas.openxmlformats.org/officeDocument/2006/relationships/theme" Target="../theme/theme1.xml"/>
   <Relationship Id="rId58" Type="http://schemas.openxmlformats.org/officeDocument/2006/relationships/slideLayout" Target="../slideLayouts/slideLayout57.xml"/>
   <Relationship Id="rId59" Type="http://schemas.openxmlformats.org/officeDocument/2006/relationships/slideLayout" Target="../slideLayouts/slideLayout58.xml"/>
   <Relationship Id="rId60" Type="http://schemas.openxmlformats.org/officeDocument/2006/relationships/slideLayout" Target="../slideLayouts/slideLayout59.xml"/>
   <Relationship Id="rId61" Type="http://schemas.openxmlformats.org/officeDocument/2006/relationships/slideLayout" Target="../slideLayouts/slideLayout60.xml"/>
   <Relationship Id="rId62" Type="http://schemas.openxmlformats.org/officeDocument/2006/relationships/slideLayout" Target="../slideLayouts/slideLayout61.xml"/>
   <Relationship Id="rId63" Type="http://schemas.openxmlformats.org/officeDocument/2006/relationships/slideLayout" Target="../slideLayouts/slideLayout62.xml"/>
   <Relationship Id="rId64" Type="http://schemas.openxmlformats.org/officeDocument/2006/relationships/slideLayout" Target="../slideLayouts/slideLayout63.xml"/>
   <Relationship Id="rId65" Type="http://schemas.openxmlformats.org/officeDocument/2006/relationships/slideLayout" Target="../slideLayouts/slideLayout64.xml"/>
   <Relationship Id="rId66" Type="http://schemas.openxmlformats.org/officeDocument/2006/relationships/slideLayout" Target="../slideLayouts/slideLayout65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7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408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409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6F404-8779-5D4E-A4EE-A97F5E30D9C9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10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411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E32AD-ED78-534D-94D4-52EE78DCADD3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   <Relationship Id="rId2" Type="http://schemas.openxmlformats.org/officeDocument/2006/relationships/image" Target="../media/SummaryPanel.png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   <Relationship Id="rId2" Type="http://schemas.openxmlformats.org/officeDocument/2006/relationships/image" Target="../media/QQPlot.png"/>
</Relationships>

</file>

<file path=ppt/slides/_rels/slide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9.xml"/>
</Relationships>

</file>

<file path=ppt/slides/_rels/slide1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0.xml"/>
</Relationships>

</file>

<file path=ppt/slides/_rels/slide1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1.xml"/>
</Relationships>

</file>

<file path=ppt/slides/_rels/slide1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2.xml"/>
</Relationships>

</file>

<file path=ppt/slides/_rels/slide1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3.xml"/>
   <Relationship Id="rId2" Type="http://schemas.openxmlformats.org/officeDocument/2006/relationships/image" Target="../media/SummaryPanel1.png"/>
</Relationships>

</file>

<file path=ppt/slides/_rels/slide1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4.xml"/>
   <Relationship Id="rId2" Type="http://schemas.openxmlformats.org/officeDocument/2006/relationships/image" Target="../media/QQPlot1.png"/>
</Relationships>

</file>

<file path=ppt/slides/_rels/slide1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5.xml"/>
</Relationships>

</file>

<file path=ppt/slides/_rels/slide1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6.xml"/>
</Relationships>

</file>

<file path=ppt/slides/_rels/slide1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7.xml"/>
</Relationships>

</file>

<file path=ppt/slides/_rels/slide1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8.xml"/>
</Relationships>

</file>

<file path=ppt/slides/_rels/slide1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9.xml"/>
</Relationships>

</file>

<file path=ppt/slides/_rels/slide2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0.xml"/>
</Relationships>

</file>

<file path=ppt/slides/_rels/slide2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1.xml"/>
</Relationships>

</file>

<file path=ppt/slides/_rels/slide2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2.xml"/>
</Relationships>

</file>

<file path=ppt/slides/_rels/slide2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3.xml"/>
</Relationships>

</file>

<file path=ppt/slides/_rels/slide2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4.xml"/>
</Relationships>

</file>

<file path=ppt/slides/_rels/slide2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5.xml"/>
</Relationships>

</file>

<file path=ppt/slides/_rels/slide2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6.xml"/>
</Relationships>

</file>

<file path=ppt/slides/_rels/slide2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7.xml"/>
</Relationships>

</file>

<file path=ppt/slides/_rels/slide2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8.xml"/>
</Relationships>

</file>

<file path=ppt/slides/_rels/slide2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9.xml"/>
</Relationships>

</file>

<file path=ppt/slides/_rels/slide3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0.xml"/>
</Relationships>

</file>

<file path=ppt/slides/_rels/slide3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1.xml"/>
</Relationships>

</file>

<file path=ppt/slides/_rels/slide3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2.xml"/>
</Relationships>

</file>

<file path=ppt/slides/_rels/slide3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3.xml"/>
   <Relationship Id="rId2" Type="http://schemas.openxmlformats.org/officeDocument/2006/relationships/image" Target="../media/SGPlot.png"/>
</Relationships>

</file>

<file path=ppt/slides/_rels/slide3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4.xml"/>
   <Relationship Id="rId2" Type="http://schemas.openxmlformats.org/officeDocument/2006/relationships/image" Target="../media/SGPlot1.png"/>
</Relationships>

</file>

<file path=ppt/slides/_rels/slide3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5.xml"/>
   <Relationship Id="rId2" Type="http://schemas.openxmlformats.org/officeDocument/2006/relationships/image" Target="../media/SGPlot2.png"/>
</Relationships>

</file>

<file path=ppt/slides/_rels/slide3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6.xml"/>
   <Relationship Id="rId2" Type="http://schemas.openxmlformats.org/officeDocument/2006/relationships/image" Target="../media/SGPlot3.png"/>
</Relationships>

</file>

<file path=ppt/slides/_rels/slide3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7.xml"/>
</Relationships>

</file>

<file path=ppt/slides/_rels/slide3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8.xml"/>
</Relationships>

</file>

<file path=ppt/slides/_rels/slide3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9.xml"/>
</Relationships>

</file>

<file path=ppt/slides/_rels/slide4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0.xml"/>
</Relationships>

</file>

<file path=ppt/slides/_rels/slide4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1.xml"/>
</Relationships>

</file>

<file path=ppt/slides/_rels/slide4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2.xml"/>
   <Relationship Id="rId2" Type="http://schemas.openxmlformats.org/officeDocument/2006/relationships/image" Target="../media/BoxPlot.png"/>
</Relationships>

</file>

<file path=ppt/slides/_rels/slide4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3.xml"/>
   <Relationship Id="rId2" Type="http://schemas.openxmlformats.org/officeDocument/2006/relationships/image" Target="../media/BoxPlot1.png"/>
</Relationships>

</file>

<file path=ppt/slides/_rels/slide4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4.xml"/>
</Relationships>

</file>

<file path=ppt/slides/_rels/slide4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5.xml"/>
</Relationships>

</file>

<file path=ppt/slides/_rels/slide4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6.xml"/>
</Relationships>

</file>

<file path=ppt/slides/_rels/slide4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7.xml"/>
</Relationships>

</file>

<file path=ppt/slides/_rels/slide4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8.xml"/>
</Relationships>

</file>

<file path=ppt/slides/_rels/slide4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9.xml"/>
</Relationships>

</file>

<file path=ppt/slides/_rels/slide5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0.xml"/>
</Relationships>

</file>

<file path=ppt/slides/_rels/slide5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1.xml"/>
</Relationships>

</file>

<file path=ppt/slides/_rels/slide5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2.xml"/>
</Relationships>

</file>

<file path=ppt/slides/_rels/slide5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3.xml"/>
</Relationships>

</file>

<file path=ppt/slides/_rels/slide5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4.xml"/>
</Relationships>

</file>

<file path=ppt/slides/_rels/slide5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5.xml"/>
</Relationships>

</file>

<file path=ppt/slides/_rels/slide5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ph type="tbl" idx="2"/>
          </p:nvPr>
        </p:nvGraphicFramePr>
        <p:xfrm>
          <a:off x="960755" y="2971800"/>
          <a:ext cy="1905000" cx="722185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671320"/>
                <a:gridCol w="754380"/>
                <a:gridCol w="1106805"/>
                <a:gridCol w="965835"/>
                <a:gridCol w="1206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数目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27.4085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5.7074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28.8559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6.0237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5.8669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ph type="tbl" idx="2"/>
          </p:nvPr>
        </p:nvGraphicFramePr>
        <p:xfrm>
          <a:off x="1870710" y="2971800"/>
          <a:ext cy="1905000" cx="540194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671320"/>
                <a:gridCol w="1106805"/>
                <a:gridCol w="110680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最小值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最大值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14.8800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62.5000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14.8600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59.7200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" name="Table 3"/>
          <p:cNvGraphicFramePr>
            <a:graphicFrameLocks noGrp="1"/>
          </p:cNvGraphicFramePr>
          <p:nvPr>
            <p:ph type="tbl" idx="2"/>
          </p:nvPr>
        </p:nvGraphicFramePr>
        <p:xfrm>
          <a:off x="834390" y="2971800"/>
          <a:ext cy="1905000" cx="747458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671320"/>
                <a:gridCol w="1106805"/>
                <a:gridCol w="1106805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27.4085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27.1724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27.6447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5.7074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28.8559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28.6053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29.1064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6.0237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-1.7914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-1.1032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5.8669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-1.7915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" name="Table 4"/>
          <p:cNvGraphicFramePr>
            <a:graphicFrameLocks noGrp="1"/>
          </p:cNvGraphicFramePr>
          <p:nvPr>
            <p:ph type="tbl" idx="2"/>
          </p:nvPr>
        </p:nvGraphicFramePr>
        <p:xfrm>
          <a:off x="1767840" y="2971800"/>
          <a:ext cy="1905000" cx="560832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671320"/>
                <a:gridCol w="1210310"/>
                <a:gridCol w="12096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5.5452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5.8794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5.8517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6.2062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5.7477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5.9911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" name="Table 5"/>
          <p:cNvGraphicFramePr>
            <a:graphicFrameLocks noGrp="1"/>
          </p:cNvGraphicFramePr>
          <p:nvPr>
            <p:ph type="tbl" idx="2"/>
          </p:nvPr>
        </p:nvGraphicFramePr>
        <p:xfrm>
          <a:off x="1906270" y="2971800"/>
          <a:ext cy="1143000" cx="533146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671320"/>
                <a:gridCol w="952500"/>
                <a:gridCol w="965835"/>
                <a:gridCol w="768350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t 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|t|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-8.25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4448.7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-8.24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6" name="Table 6"/>
          <p:cNvGraphicFramePr>
            <a:graphicFrameLocks noGrp="1"/>
          </p:cNvGraphicFramePr>
          <p:nvPr>
            <p:ph type="tbl" idx="2"/>
          </p:nvPr>
        </p:nvGraphicFramePr>
        <p:xfrm>
          <a:off x="1697355" y="2971800"/>
          <a:ext cy="1143000" cx="574865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177925"/>
                <a:gridCol w="1460500"/>
                <a:gridCol w="1460500"/>
                <a:gridCol w="683895"/>
                <a:gridCol w="96583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方差齐性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分子自由度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分母自由度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折叠的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54" title="“BMI”的汇总面板" name="SummaryPanel.png" descr="“BMI”的汇总面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2338070"/>
            <a:ext cy="3352800" cx="4467860"/>
          </a:xfrm>
          <a:prstGeom prst="rect">
            <a:avLst/>
          </a:prstGeom>
        </p:spPr>
      </p:pic>
      <p:sp>
        <p:nvSpPr>
          <p:cNvPr id="5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62" title="“BMI”的 Q-Q 图" name="QQPlot.png" descr="“BMI”的 Q-Q 图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2338070"/>
            <a:ext cy="3352800" cx="4467860"/>
          </a:xfrm>
          <a:prstGeom prst="rect">
            <a:avLst/>
          </a:prstGeom>
        </p:spPr>
      </p:pic>
      <p:sp>
        <p:nvSpPr>
          <p:cNvPr id="6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0" name="Table 7"/>
          <p:cNvGraphicFramePr>
            <a:graphicFrameLocks noGrp="1"/>
          </p:cNvGraphicFramePr>
          <p:nvPr>
            <p:ph type="tbl" idx="2"/>
          </p:nvPr>
        </p:nvGraphicFramePr>
        <p:xfrm>
          <a:off x="1080770" y="2438400"/>
          <a:ext cy="1905000" cx="698246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671320"/>
                <a:gridCol w="754380"/>
                <a:gridCol w="1106805"/>
                <a:gridCol w="965835"/>
                <a:gridCol w="1206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数目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28.3500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5.6795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27.8333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6.1946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5.9058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Table 8"/>
          <p:cNvGraphicFramePr>
            <a:graphicFrameLocks noGrp="1"/>
          </p:cNvGraphicFramePr>
          <p:nvPr>
            <p:ph type="tbl" idx="3"/>
          </p:nvPr>
        </p:nvGraphicFramePr>
        <p:xfrm>
          <a:off x="1990725" y="4406900"/>
          <a:ext cy="1905000" cx="516255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671320"/>
                <a:gridCol w="1106805"/>
                <a:gridCol w="110680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最小值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最大值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15.3400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62.5000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14.8600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59.7200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3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7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7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8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9" name="Table 9"/>
          <p:cNvGraphicFramePr>
            <a:graphicFrameLocks noGrp="1"/>
          </p:cNvGraphicFramePr>
          <p:nvPr>
            <p:ph type="tbl" idx="2"/>
          </p:nvPr>
        </p:nvGraphicFramePr>
        <p:xfrm>
          <a:off x="954405" y="2438400"/>
          <a:ext cy="1905000" cx="723519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671320"/>
                <a:gridCol w="1106805"/>
                <a:gridCol w="1106805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28.3500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28.1296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28.5704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5.6795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27.8333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27.5557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28.1108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6.1946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0.8667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5.9058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0.8711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Table 10"/>
          <p:cNvGraphicFramePr>
            <a:graphicFrameLocks noGrp="1"/>
          </p:cNvGraphicFramePr>
          <p:nvPr>
            <p:ph type="tbl" idx="3"/>
          </p:nvPr>
        </p:nvGraphicFramePr>
        <p:xfrm>
          <a:off x="1887220" y="4406900"/>
          <a:ext cy="1905000" cx="536892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671320"/>
                <a:gridCol w="1210310"/>
                <a:gridCol w="12096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5.5279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5.8397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6.0045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6.3972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5.7859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6.0309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1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2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8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6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88" name="Table 11"/>
          <p:cNvGraphicFramePr>
            <a:graphicFrameLocks noGrp="1"/>
          </p:cNvGraphicFramePr>
          <p:nvPr>
            <p:ph type="tbl" idx="2"/>
          </p:nvPr>
        </p:nvGraphicFramePr>
        <p:xfrm>
          <a:off x="1958975" y="2438400"/>
          <a:ext cy="1143000" cx="522605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671320"/>
                <a:gridCol w="952500"/>
                <a:gridCol w="952500"/>
                <a:gridCol w="68389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t 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|t|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4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5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6" name="Table 12"/>
          <p:cNvGraphicFramePr>
            <a:graphicFrameLocks noGrp="1"/>
          </p:cNvGraphicFramePr>
          <p:nvPr>
            <p:ph type="tbl" idx="2"/>
          </p:nvPr>
        </p:nvGraphicFramePr>
        <p:xfrm>
          <a:off x="1693545" y="2438400"/>
          <a:ext cy="1143000" cx="575627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177925"/>
                <a:gridCol w="1460500"/>
                <a:gridCol w="1460500"/>
                <a:gridCol w="683895"/>
                <a:gridCol w="97345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方差齐性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分子自由度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分母自由度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折叠的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2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3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04" title="“BMI”的汇总面板" name="SummaryPanel1.png" descr="“BMI”的汇总面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438400" x="1981200"/>
            <a:ext cy="3883025" cx="5181600"/>
          </a:xfrm>
          <a:prstGeom prst="rect">
            <a:avLst/>
          </a:prstGeom>
        </p:spPr>
      </p:pic>
      <p:sp>
        <p:nvSpPr>
          <p:cNvPr id="10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0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1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12" title="“BMI”的 Q-Q 图" name="QQPlot1.png" descr="“BMI”的 Q-Q 图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438400" x="1981200"/>
            <a:ext cy="3883025" cx="5181600"/>
          </a:xfrm>
          <a:prstGeom prst="rect">
            <a:avLst/>
          </a:prstGeom>
        </p:spPr>
      </p:pic>
      <p:sp>
        <p:nvSpPr>
          <p:cNvPr id="11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8" name="Table 13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4191000" cx="464629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23.61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55.06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2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4" name="Table 14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2540000" cx="464629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5" name="Proc Note 1"/>
          <p:cNvSpPr txBox="1">
            <a:spLocks noGrp="1"/>
          </p:cNvSpPr>
          <p:nvPr/>
        </p:nvSpPr>
        <p:spPr>
          <a:xfrm>
            <a:off y="4533900" x="2338705"/>
            <a:ext cy="381000" cx="446659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6" name="Table 15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30.9790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31.0205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8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2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3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4" name="Table 16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30.6435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30.9721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-0.0833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-0.0833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0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1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2" name="Table 1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3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4469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4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9" name="Table 18"/>
          <p:cNvGraphicFramePr>
            <a:graphicFrameLocks noGrp="1"/>
          </p:cNvGraphicFramePr>
          <p:nvPr>
            <p:ph type="tbl" idx="2"/>
          </p:nvPr>
        </p:nvGraphicFramePr>
        <p:xfrm>
          <a:off x="876935" y="1930400"/>
          <a:ext cy="4191000" cx="739013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89.52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5.35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8.57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5" name="Table 19"/>
          <p:cNvGraphicFramePr>
            <a:graphicFrameLocks noGrp="1"/>
          </p:cNvGraphicFramePr>
          <p:nvPr>
            <p:ph type="tbl" idx="2"/>
          </p:nvPr>
        </p:nvGraphicFramePr>
        <p:xfrm>
          <a:off x="1923415" y="1930400"/>
          <a:ext cy="4191000" cx="529717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36.95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63.05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74.84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1" name="Table 20"/>
          <p:cNvGraphicFramePr>
            <a:graphicFrameLocks noGrp="1"/>
          </p:cNvGraphicFramePr>
          <p:nvPr>
            <p:ph type="tbl" idx="2"/>
          </p:nvPr>
        </p:nvGraphicFramePr>
        <p:xfrm>
          <a:off x="876935" y="1930400"/>
          <a:ext cy="2540000" cx="739013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7" name="Table 21"/>
          <p:cNvGraphicFramePr>
            <a:graphicFrameLocks noGrp="1"/>
          </p:cNvGraphicFramePr>
          <p:nvPr>
            <p:ph type="tbl" idx="2"/>
          </p:nvPr>
        </p:nvGraphicFramePr>
        <p:xfrm>
          <a:off x="1923415" y="1930400"/>
          <a:ext cy="2540000" cx="529717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8" name="Proc Note 1"/>
          <p:cNvSpPr txBox="1">
            <a:spLocks noGrp="1"/>
          </p:cNvSpPr>
          <p:nvPr/>
        </p:nvSpPr>
        <p:spPr>
          <a:xfrm>
            <a:off y="4533900" x="2212340"/>
            <a:ext cy="381000" cx="471932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表“Age_Range-HavingCVD”的统计量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9" name="Table 22"/>
          <p:cNvGraphicFramePr>
            <a:graphicFrameLocks noGrp="1"/>
          </p:cNvGraphicFramePr>
          <p:nvPr>
            <p:ph type="tbl" idx="3"/>
          </p:nvPr>
        </p:nvGraphicFramePr>
        <p:xfrm>
          <a:off x="1648460" y="4978400"/>
          <a:ext cy="1143000" cx="584644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668.1453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724.5825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0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1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7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5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6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表“Age_Range-HavingCVD”的统计量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7" name="Table 23"/>
          <p:cNvGraphicFramePr>
            <a:graphicFrameLocks noGrp="1"/>
          </p:cNvGraphicFramePr>
          <p:nvPr>
            <p:ph type="tbl" idx="2"/>
          </p:nvPr>
        </p:nvGraphicFramePr>
        <p:xfrm>
          <a:off x="1648460" y="2438400"/>
          <a:ext cy="1905000" cx="584644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619.3930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0.3867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0.3867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8" name="Proc Note 1"/>
          <p:cNvSpPr txBox="1">
            <a:spLocks noGrp="1"/>
          </p:cNvSpPr>
          <p:nvPr/>
        </p:nvSpPr>
        <p:spPr>
          <a:xfrm>
            <a:off y="4406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4469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84" name="Table 24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4191000" cx="840994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27.69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18.89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37.58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56.40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0" name="Table 25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2540000" cx="840994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1" name="Proc Note 1"/>
          <p:cNvSpPr txBox="1">
            <a:spLocks noGrp="1"/>
          </p:cNvSpPr>
          <p:nvPr/>
        </p:nvSpPr>
        <p:spPr>
          <a:xfrm>
            <a:off y="4533900" x="2268220"/>
            <a:ext cy="381000" cx="4606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2" name="Table 26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83.5036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83.9972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3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4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0" name="Table 27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1905000" cx="570547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80.9919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1" name="Proc Note 1"/>
          <p:cNvSpPr txBox="1">
            <a:spLocks noGrp="1"/>
          </p:cNvSpPr>
          <p:nvPr/>
        </p:nvSpPr>
        <p:spPr>
          <a:xfrm>
            <a:off y="4406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4469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0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0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7" name="Table 28"/>
          <p:cNvGraphicFramePr>
            <a:graphicFrameLocks noGrp="1"/>
          </p:cNvGraphicFramePr>
          <p:nvPr>
            <p:ph type="tbl" idx="2"/>
          </p:nvPr>
        </p:nvGraphicFramePr>
        <p:xfrm>
          <a:off x="486410" y="1930400"/>
          <a:ext cy="4191000" cx="817054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32.82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26.11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45.71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1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13" name="Table 29"/>
          <p:cNvGraphicFramePr>
            <a:graphicFrameLocks noGrp="1"/>
          </p:cNvGraphicFramePr>
          <p:nvPr>
            <p:ph type="tbl" idx="2"/>
          </p:nvPr>
        </p:nvGraphicFramePr>
        <p:xfrm>
          <a:off x="486410" y="1930400"/>
          <a:ext cy="2540000" cx="817054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77620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218" name="Table 30"/>
          <p:cNvGraphicFramePr>
            <a:graphicFrameLocks noGrp="1"/>
          </p:cNvGraphicFramePr>
          <p:nvPr>
            <p:ph type="tbl" idx="2"/>
          </p:nvPr>
        </p:nvGraphicFramePr>
        <p:xfrm>
          <a:off x="1449705" y="1485900"/>
          <a:ext cy="4572000" cx="624395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698500"/>
                <a:gridCol w="1517015"/>
                <a:gridCol w="1530350"/>
                <a:gridCol w="1093470"/>
                <a:gridCol w="140462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COUNT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PERCENT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9.55471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5.68360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5.12419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7.36183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6.71291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5.34795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3.44596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3.19982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1.74536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2.08100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1.11882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223" name="Table 31"/>
          <p:cNvGraphicFramePr>
            <a:graphicFrameLocks noGrp="1"/>
          </p:cNvGraphicFramePr>
          <p:nvPr>
            <p:ph type="tbl" idx="2"/>
          </p:nvPr>
        </p:nvGraphicFramePr>
        <p:xfrm>
          <a:off x="2811780" y="1485900"/>
          <a:ext cy="4572000" cx="352044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698500"/>
                <a:gridCol w="1460500"/>
                <a:gridCol w="136144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PCT_ROW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PCT_COL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19.0116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89.5178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11.3090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75.1479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10.1959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60.9043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14.6483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57.2174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13.3571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49.4234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10.6411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38.4244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6.8566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38.6935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6.3669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36.9509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3.4728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25.1613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4.1407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24.5383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2.2492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10.4822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228" name="Table 32"/>
          <p:cNvGraphicFramePr>
            <a:graphicFrameLocks noGrp="1"/>
          </p:cNvGraphicFramePr>
          <p:nvPr>
            <p:ph type="tbl" idx="2"/>
          </p:nvPr>
        </p:nvGraphicFramePr>
        <p:xfrm>
          <a:off x="1449705" y="1485900"/>
          <a:ext cy="3810000" cx="624395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698500"/>
                <a:gridCol w="1517015"/>
                <a:gridCol w="1530350"/>
                <a:gridCol w="1093470"/>
                <a:gridCol w="140462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COUNT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PERCENT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1.87962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3.28933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5.50459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6.86955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8.57015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5.45983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5.45983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5.19132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6.39964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233" name="Table 33"/>
          <p:cNvGraphicFramePr>
            <a:graphicFrameLocks noGrp="1"/>
          </p:cNvGraphicFramePr>
          <p:nvPr>
            <p:ph type="tbl" idx="2"/>
          </p:nvPr>
        </p:nvGraphicFramePr>
        <p:xfrm>
          <a:off x="2811780" y="1485900"/>
          <a:ext cy="3810000" cx="352044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698500"/>
                <a:gridCol w="1460500"/>
                <a:gridCol w="136144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PCT_ROW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PCT_COL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3.7787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24.8521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6.6127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39.0957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11.0661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42.7826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13.8102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50.5766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17.2290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61.5756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10.9762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61.3065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10.9762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63.0491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10.4363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74.8387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12.8655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75.4617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37" title="SGPlot 过程" name="SGPlot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38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9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41" title="SGPlot 过程" name="SGPlot1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4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45" title="SGPlot 过程" name="SGPlot2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46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7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49" title="SGPlot 过程" name="SGPlot3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50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1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5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55" name="Table 34"/>
          <p:cNvGraphicFramePr>
            <a:graphicFrameLocks noGrp="1"/>
          </p:cNvGraphicFramePr>
          <p:nvPr>
            <p:ph type="tbl" idx="2"/>
          </p:nvPr>
        </p:nvGraphicFramePr>
        <p:xfrm>
          <a:off x="245745" y="1397000"/>
          <a:ext cy="1397000" cx="865251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30350"/>
                <a:gridCol w="698500"/>
                <a:gridCol w="642366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水平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 46-50 51-55 56-60 61-65 66-70 71-75 76-80 &lt;=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0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1" name="Table 35"/>
          <p:cNvGraphicFramePr>
            <a:graphicFrameLocks noGrp="1"/>
          </p:cNvGraphicFramePr>
          <p:nvPr>
            <p:ph type="tbl" idx="2"/>
          </p:nvPr>
        </p:nvGraphicFramePr>
        <p:xfrm>
          <a:off x="3337560" y="1397000"/>
          <a:ext cy="762000" cx="246888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4500"/>
                <a:gridCol w="7543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读取的观测数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使用的观测数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6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7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8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因变量: BMI  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9" name="Table 36"/>
          <p:cNvGraphicFramePr>
            <a:graphicFrameLocks noGrp="1"/>
          </p:cNvGraphicFramePr>
          <p:nvPr>
            <p:ph type="tbl" idx="2"/>
          </p:nvPr>
        </p:nvGraphicFramePr>
        <p:xfrm>
          <a:off x="1134110" y="1905000"/>
          <a:ext cy="1524000" cx="687578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06500"/>
                <a:gridCol w="952500"/>
                <a:gridCol w="1670685"/>
                <a:gridCol w="1247775"/>
                <a:gridCol w="82486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平方和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模型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3654.3516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406.0391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152441.3486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34.1873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校正合计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156095.7002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5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6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因变量: BMI  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77" name="Table 37"/>
          <p:cNvGraphicFramePr>
            <a:graphicFrameLocks noGrp="1"/>
          </p:cNvGraphicFramePr>
          <p:nvPr>
            <p:ph type="tbl" idx="2"/>
          </p:nvPr>
        </p:nvGraphicFramePr>
        <p:xfrm>
          <a:off x="1969770" y="1905000"/>
          <a:ext cy="762000" cx="520382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247775"/>
                <a:gridCol w="1247775"/>
                <a:gridCol w="1460500"/>
                <a:gridCol w="1247775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R 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变异系数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均方根误差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BMI 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0.023411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20.78674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5.846994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28.12849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82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3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4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因变量: BMI  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85" name="Table 38"/>
          <p:cNvGraphicFramePr>
            <a:graphicFrameLocks noGrp="1"/>
          </p:cNvGraphicFramePr>
          <p:nvPr>
            <p:ph type="tbl" idx="2"/>
          </p:nvPr>
        </p:nvGraphicFramePr>
        <p:xfrm>
          <a:off x="831215" y="1905000"/>
          <a:ext cy="762000" cx="7481570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530350"/>
                <a:gridCol w="952500"/>
                <a:gridCol w="1670685"/>
                <a:gridCol w="1529715"/>
                <a:gridCol w="82486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Anova 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3654.351607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406.039067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0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1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2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因变量: BMI  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93" title="“Age_Range-BMI”的分布" name="BoxPlot.png" descr="“Age_Range-BMI”的分布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1905000" x="1691640"/>
            <a:ext cy="4321810" cx="5760720"/>
          </a:xfrm>
          <a:prstGeom prst="rect">
            <a:avLst/>
          </a:prstGeom>
        </p:spPr>
      </p:pic>
      <p:sp>
        <p:nvSpPr>
          <p:cNvPr id="29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8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99" title="“Age_Range-BMI”的分布" name="BoxPlot1.png" descr="“Age_Range-BMI”的分布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1397000" x="1691640"/>
            <a:ext cy="4321810" cx="5760720"/>
          </a:xfrm>
          <a:prstGeom prst="rect">
            <a:avLst/>
          </a:prstGeom>
        </p:spPr>
      </p:pic>
      <p:sp>
        <p:nvSpPr>
          <p:cNvPr id="30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0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5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6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7" name="Proc Note 1"/>
          <p:cNvSpPr txBox="1">
            <a:spLocks noGrp="1"/>
          </p:cNvSpPr>
          <p:nvPr/>
        </p:nvSpPr>
        <p:spPr>
          <a:xfrm>
            <a:off y="1905000" x="927100"/>
            <a:ext cy="381000" cx="728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pPr algn="ctr"/>
            <a:r>
              <a:rPr b="1"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NOTE:</a:t>
            </a:r>
            <a:r>
              <a:rPr lang="zh-CN" smtClean="0"/>
              <a:t> </a:t>
            </a:r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This test controls the Type I experimentwise error rate.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8" name="Table 39"/>
          <p:cNvGraphicFramePr>
            <a:graphicFrameLocks noGrp="1"/>
          </p:cNvGraphicFramePr>
          <p:nvPr>
            <p:ph type="tbl" idx="2"/>
          </p:nvPr>
        </p:nvGraphicFramePr>
        <p:xfrm>
          <a:off x="1849755" y="2349500"/>
          <a:ext cy="1524000" cx="544385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4196080"/>
                <a:gridCol w="12477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Alpha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Error Degrees of Freedom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Error Mean Square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34.18734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Critical Value of Studentized 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4.47634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4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5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16" name="Table 40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-0.8688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1.5071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-0.8412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1.8013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1.3346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-0.0673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2.7366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1.4489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0.2421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2.6557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1.5474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0.3538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2.7411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1.7771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0.4461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3.1081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1.8511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2.5318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1.2753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3.7882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2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2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3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24" name="Table 41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66-70 -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3.0811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1.7528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4.4094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-0.3192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-1.5071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-1.0373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1.3591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1.0155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-0.2712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2.3022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1.1297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0.0591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1.2283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2.2842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1.4579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0.2490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2.6669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1.5319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2.7825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2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0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1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2" name="Table 42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2.2126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1.0862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3.3390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61-65 -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2.7619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1.5559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3.9679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-0.4801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-1.8013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0.8412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-0.1609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-1.3591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1.0373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0.8546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-0.5561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2.2652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-0.2480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2.1857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1.0674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-0.1365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2.2712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1.2970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-0.0431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2.6372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3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8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9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40" name="Table 43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1.3710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-0.0068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2.7488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2.0517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0.7855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3.3178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71-75 -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2.6010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1.2636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3.9385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-1.3346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-2.7366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0.0673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-1.0155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-2.3022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-0.8546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-2.2652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0.5561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-1.1898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1.4183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-1.0792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1.5048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4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6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7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48" name="Table 44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0.4425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-0.9773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1.8623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-0.9390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1.9719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-0.1530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76-80 -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1.7464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0.3292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3.1637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-2.6557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-0.2421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-1.1297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-0.0591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-0.9688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-2.1857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0.2480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-0.1143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-1.4183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1.1898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5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4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5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56" name="Table 45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-0.9785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1.1756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0.3282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-0.8992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1.5557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0.4022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-0.8663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1.6707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1.0829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-0.0633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2.2291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51-55 -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1.6322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0.4077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2.8567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-1.5474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-2.7411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-0.3538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-1.2283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-2.2842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-0.1724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-1.0674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-2.2712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6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2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3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64" name="Table 46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-0.2128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-1.5048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1.0792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-0.0985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-1.1756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0.9785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0.2297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-0.9849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1.4442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-0.9524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1.5597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0.9843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-0.1481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56-60 -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1.5337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2.7453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-1.7771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-3.1081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-0.4461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-1.4579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-2.6669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-0.2490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6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0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1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72" name="Table 47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-1.2970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-2.6372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0.0431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-0.4425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-1.8623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0.9773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-0.3282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-1.5557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0.8992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-0.2297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-1.4442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0.9849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0.0740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-1.3132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0.7547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-0.5217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2.0310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46-50 -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1.3040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-0.0431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2.6511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-1.8511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-3.2200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-0.4822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7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8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9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0" name="Table 48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-1.5319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-2.7825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-0.2813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-1.3710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-2.7488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-0.5165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-1.9719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0.9390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-0.4022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-1.6707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0.8663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-0.3037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-1.5597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0.9524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-0.0740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-1.4612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1.3132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0.6807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-0.6352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1.9965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41-45 -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1.2300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-0.1546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2.6146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8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8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8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6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7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8" name="Table 49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-2.5318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-3.7882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-1.2753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-2.2126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-3.3390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-1.0862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-2.0517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-3.3178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-0.7855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-1.1971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-2.5473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-1.0829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-2.2291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0.0633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-0.9843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-2.1167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-0.7547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-2.0310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0.5217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-0.6807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-1.9965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0.6352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9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4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5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96" name="Table 50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4318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&lt;= 40 - 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0.5493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-0.7242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1.8228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-3.0811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-4.4094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-1.7528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-2.7619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-3.9679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-1.5559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-2.6010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-3.9385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-1.2636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-1.7464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-3.1637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-0.3292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-1.6322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-2.8567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-0.4077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-1.5337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-2.7453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***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-1.3040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-2.6511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0.0431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BMI distribution between genders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0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ANOVA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2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3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Tukey's Studentized Range (HSD) Test for BMI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04" name="Table 51"/>
          <p:cNvGraphicFramePr>
            <a:graphicFrameLocks noGrp="1"/>
          </p:cNvGraphicFramePr>
          <p:nvPr>
            <p:ph type="tbl" idx="2"/>
          </p:nvPr>
        </p:nvGraphicFramePr>
        <p:xfrm>
          <a:off x="570865" y="1905000"/>
          <a:ext cy="2032000" cx="8001635"/>
        </p:xfrm>
        <a:graphic>
          <a:graphicData uri="http://schemas.openxmlformats.org/drawingml/2006/table">
            <a:tbl>
              <a:tblPr>
                <a:tableStyleId>{D9A6CBD5-B7BB-F044-B89C-7718C807AE39}</a:tableStyleId>
              </a:tblPr>
              <a:tblGrid>
                <a:gridCol w="1715135"/>
                <a:gridCol w="1510030"/>
                <a:gridCol w="1633220"/>
                <a:gridCol w="1632585"/>
                <a:gridCol w="151066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Comparisons significant at the 0.05 level are indicated by ***.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比较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间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差值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Simultaneous 95% 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-1.2300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-2.6146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&gt;= 80 -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-0.5493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-1.8228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0.7242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8FA6F404-8779-5D4E-A4EE-A97F5E30D9C9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107E32AD-ED78-534D-94D4-52EE78DCADD3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56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baseType="lpstr" size="53">
      <vt:lpstr>ODS Theme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  <vt:lpstr>BMI distribution between genders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2025-12-07T 7:44:48+00:00</dcterms:created>
  <dcterms:modified xsi:type="dcterms:W3CDTF">2025-12-07T 7:44:48+00:00</dcterms:modified>
</cp:coreProperties>
</file>
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32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33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34.xml" ContentType="application/vnd.openxmlformats-officedocument.presentationml.slideLayout+xml"/>
  <Override PartName="/ppt/slides/slide35.xml" ContentType="application/vnd.openxmlformats-officedocument.presentationml.slide+xml"/>
  <Override PartName="/ppt/slideLayouts/slideLayout35.xml" ContentType="application/vnd.openxmlformats-officedocument.presentationml.slideLayout+xml"/>
  <Override PartName="/ppt/slides/slide36.xml" ContentType="application/vnd.openxmlformats-officedocument.presentationml.slide+xml"/>
  <Override PartName="/ppt/slideLayouts/slideLayout36.xml" ContentType="application/vnd.openxmlformats-officedocument.presentationml.slideLayout+xml"/>
  <Override PartName="/ppt/slides/slide37.xml" ContentType="application/vnd.openxmlformats-officedocument.presentationml.slide+xml"/>
  <Override PartName="/ppt/slideLayouts/slideLayout37.xml" ContentType="application/vnd.openxmlformats-officedocument.presentationml.slideLayout+xml"/>
  <Override PartName="/ppt/slides/slide38.xml" ContentType="application/vnd.openxmlformats-officedocument.presentationml.slide+xml"/>
  <Override PartName="/ppt/slideLayouts/slideLayout38.xml" ContentType="application/vnd.openxmlformats-officedocument.presentationml.slideLayout+xml"/>
  <Override PartName="/ppt/slides/slide39.xml" ContentType="application/vnd.openxmlformats-officedocument.presentationml.slide+xml"/>
  <Override PartName="/ppt/slideLayouts/slideLayout39.xml" ContentType="application/vnd.openxmlformats-officedocument.presentationml.slideLayout+xml"/>
  <Override PartName="/ppt/slides/slide40.xml" ContentType="application/vnd.openxmlformats-officedocument.presentationml.slide+xml"/>
  <Override PartName="/ppt/slideLayouts/slideLayout40.xml" ContentType="application/vnd.openxmlformats-officedocument.presentationml.slideLayout+xml"/>
  <Override PartName="/ppt/slides/slide41.xml" ContentType="application/vnd.openxmlformats-officedocument.presentationml.slide+xml"/>
  <Override PartName="/ppt/slideLayouts/slideLayout41.xml" ContentType="application/vnd.openxmlformats-officedocument.presentationml.slideLayout+xml"/>
  <Override PartName="/ppt/slides/slide42.xml" ContentType="application/vnd.openxmlformats-officedocument.presentationml.slide+xml"/>
  <Override PartName="/ppt/slideLayouts/slideLayout42.xml" ContentType="application/vnd.openxmlformats-officedocument.presentationml.slideLayout+xml"/>
  <Override PartName="/ppt/slides/slide43.xml" ContentType="application/vnd.openxmlformats-officedocument.presentationml.slide+xml"/>
  <Override PartName="/ppt/slideLayouts/slideLayout43.xml" ContentType="application/vnd.openxmlformats-officedocument.presentationml.slideLayout+xml"/>
  <Override PartName="/ppt/slides/slide44.xml" ContentType="application/vnd.openxmlformats-officedocument.presentationml.slide+xml"/>
  <Override PartName="/ppt/slideLayouts/slideLayout44.xml" ContentType="application/vnd.openxmlformats-officedocument.presentationml.slideLayout+xml"/>
  <Override PartName="/ppt/slides/slide45.xml" ContentType="application/vnd.openxmlformats-officedocument.presentationml.slide+xml"/>
  <Override PartName="/ppt/slideLayouts/slideLayout45.xml" ContentType="application/vnd.openxmlformats-officedocument.presentationml.slideLayout+xml"/>
  <Override PartName="/ppt/slides/slide46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47.xml" ContentType="application/vnd.openxmlformats-officedocument.presentationml.slide+xml"/>
  <Override PartName="/ppt/slideLayouts/slideLayout47.xml" ContentType="application/vnd.openxmlformats-officedocument.presentationml.slideLayout+xml"/>
  <Override PartName="/ppt/slides/slide48.xml" ContentType="application/vnd.openxmlformats-officedocument.presentationml.slide+xml"/>
  <Override PartName="/ppt/slideLayouts/slideLayout48.xml" ContentType="application/vnd.openxmlformats-officedocument.presentationml.slideLayout+xml"/>
  <Override PartName="/ppt/slides/slide49.xml" ContentType="application/vnd.openxmlformats-officedocument.presentationml.slide+xml"/>
  <Override PartName="/ppt/slideLayouts/slideLayout49.xml" ContentType="application/vnd.openxmlformats-officedocument.presentationml.slideLayout+xml"/>
  <Override PartName="/ppt/slides/slide50.xml" ContentType="application/vnd.openxmlformats-officedocument.presentationml.slide+xml"/>
  <Override PartName="/ppt/slideLayouts/slideLayout50.xml" ContentType="application/vnd.openxmlformats-officedocument.presentationml.slideLayout+xml"/>
  <Override PartName="/ppt/slides/slide51.xml" ContentType="application/vnd.openxmlformats-officedocument.presentationml.slide+xml"/>
  <Override PartName="/ppt/slideLayouts/slideLayout51.xml" ContentType="application/vnd.openxmlformats-officedocument.presentationml.slideLayout+xml"/>
  <Override PartName="/ppt/slides/slide52.xml" ContentType="application/vnd.openxmlformats-officedocument.presentationml.slide+xml"/>
  <Override PartName="/ppt/slideLayouts/slideLayout52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53.xml" ContentType="application/vnd.openxmlformats-officedocument.presentationml.slideLayout+xml"/>
  <Override PartName="/ppt/slides/slide54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55.xml" ContentType="application/vnd.openxmlformats-officedocument.presentationml.slide+xml"/>
  <Override PartName="/ppt/slideLayouts/slideLayout55.xml" ContentType="application/vnd.openxmlformats-officedocument.presentationml.slideLayout+xml"/>
  <Override PartName="/ppt/slides/slide56.xml" ContentType="application/vnd.openxmlformats-officedocument.presentationml.slide+xml"/>
  <Override PartName="/ppt/slideLayouts/slideLayout56.xml" ContentType="application/vnd.openxmlformats-officedocument.presentationml.slideLayout+xml"/>
  <Override PartName="/ppt/slides/slide57.xml" ContentType="application/vnd.openxmlformats-officedocument.presentationml.slide+xml"/>
  <Override PartName="/ppt/slideLayouts/slideLayout57.xml" ContentType="application/vnd.openxmlformats-officedocument.presentationml.slideLayout+xml"/>
  <Override PartName="/ppt/slides/slide58.xml" ContentType="application/vnd.openxmlformats-officedocument.presentationml.slide+xml"/>
  <Override PartName="/ppt/slideLayouts/slideLayout58.xml" ContentType="application/vnd.openxmlformats-officedocument.presentationml.slideLayout+xml"/>
  <Override PartName="/ppt/slides/slide59.xml" ContentType="application/vnd.openxmlformats-officedocument.presentationml.slide+xml"/>
  <Override PartName="/ppt/slideLayouts/slideLayout59.xml" ContentType="application/vnd.openxmlformats-officedocument.presentationml.slideLayout+xml"/>
  <Override PartName="/ppt/slides/slide60.xml" ContentType="application/vnd.openxmlformats-officedocument.presentationml.slide+xml"/>
  <Override PartName="/ppt/slideLayouts/slideLayout60.xml" ContentType="application/vnd.openxmlformats-officedocument.presentationml.slideLayout+xml"/>
  <Override PartName="/ppt/slides/slide61.xml" ContentType="application/vnd.openxmlformats-officedocument.presentationml.slide+xml"/>
  <Override PartName="/ppt/slideLayouts/slideLayout61.xml" ContentType="application/vnd.openxmlformats-officedocument.presentationml.slideLayout+xml"/>
  <Override PartName="/ppt/theme/theme1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18" r:id="rId6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B72D8205-55A5-5447-A0A4-02FEA8A3B1CD}">
  <a:tblStyle styleId="{B72D8205-55A5-5447-A0A4-02FEA8A3B1CD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slide" Target="slides/slide9.xml"/>
   <Relationship Id="rId10" Type="http://schemas.openxmlformats.org/officeDocument/2006/relationships/slide" Target="slides/slide10.xml"/>
   <Relationship Id="rId11" Type="http://schemas.openxmlformats.org/officeDocument/2006/relationships/slide" Target="slides/slide11.xml"/>
   <Relationship Id="rId12" Type="http://schemas.openxmlformats.org/officeDocument/2006/relationships/slide" Target="slides/slide12.xml"/>
   <Relationship Id="rId13" Type="http://schemas.openxmlformats.org/officeDocument/2006/relationships/slide" Target="slides/slide13.xml"/>
   <Relationship Id="rId14" Type="http://schemas.openxmlformats.org/officeDocument/2006/relationships/slide" Target="slides/slide14.xml"/>
   <Relationship Id="rId15" Type="http://schemas.openxmlformats.org/officeDocument/2006/relationships/slide" Target="slides/slide15.xml"/>
   <Relationship Id="rId16" Type="http://schemas.openxmlformats.org/officeDocument/2006/relationships/slide" Target="slides/slide16.xml"/>
   <Relationship Id="rId17" Type="http://schemas.openxmlformats.org/officeDocument/2006/relationships/slide" Target="slides/slide17.xml"/>
   <Relationship Id="rId18" Type="http://schemas.openxmlformats.org/officeDocument/2006/relationships/slide" Target="slides/slide18.xml"/>
   <Relationship Id="rId19" Type="http://schemas.openxmlformats.org/officeDocument/2006/relationships/slide" Target="slides/slide19.xml"/>
   <Relationship Id="rId20" Type="http://schemas.openxmlformats.org/officeDocument/2006/relationships/slide" Target="slides/slide20.xml"/>
   <Relationship Id="rId21" Type="http://schemas.openxmlformats.org/officeDocument/2006/relationships/slide" Target="slides/slide21.xml"/>
   <Relationship Id="rId22" Type="http://schemas.openxmlformats.org/officeDocument/2006/relationships/slide" Target="slides/slide22.xml"/>
   <Relationship Id="rId23" Type="http://schemas.openxmlformats.org/officeDocument/2006/relationships/slide" Target="slides/slide23.xml"/>
   <Relationship Id="rId24" Type="http://schemas.openxmlformats.org/officeDocument/2006/relationships/slide" Target="slides/slide24.xml"/>
   <Relationship Id="rId25" Type="http://schemas.openxmlformats.org/officeDocument/2006/relationships/slide" Target="slides/slide25.xml"/>
   <Relationship Id="rId26" Type="http://schemas.openxmlformats.org/officeDocument/2006/relationships/slide" Target="slides/slide26.xml"/>
   <Relationship Id="rId27" Type="http://schemas.openxmlformats.org/officeDocument/2006/relationships/slide" Target="slides/slide27.xml"/>
   <Relationship Id="rId28" Type="http://schemas.openxmlformats.org/officeDocument/2006/relationships/slide" Target="slides/slide28.xml"/>
   <Relationship Id="rId29" Type="http://schemas.openxmlformats.org/officeDocument/2006/relationships/slide" Target="slides/slide29.xml"/>
   <Relationship Id="rId30" Type="http://schemas.openxmlformats.org/officeDocument/2006/relationships/slide" Target="slides/slide30.xml"/>
   <Relationship Id="rId31" Type="http://schemas.openxmlformats.org/officeDocument/2006/relationships/slide" Target="slides/slide31.xml"/>
   <Relationship Id="rId32" Type="http://schemas.openxmlformats.org/officeDocument/2006/relationships/slide" Target="slides/slide32.xml"/>
   <Relationship Id="rId33" Type="http://schemas.openxmlformats.org/officeDocument/2006/relationships/slide" Target="slides/slide33.xml"/>
   <Relationship Id="rId34" Type="http://schemas.openxmlformats.org/officeDocument/2006/relationships/slide" Target="slides/slide34.xml"/>
   <Relationship Id="rId35" Type="http://schemas.openxmlformats.org/officeDocument/2006/relationships/slide" Target="slides/slide35.xml"/>
   <Relationship Id="rId36" Type="http://schemas.openxmlformats.org/officeDocument/2006/relationships/slide" Target="slides/slide36.xml"/>
   <Relationship Id="rId37" Type="http://schemas.openxmlformats.org/officeDocument/2006/relationships/slide" Target="slides/slide37.xml"/>
   <Relationship Id="rId38" Type="http://schemas.openxmlformats.org/officeDocument/2006/relationships/slide" Target="slides/slide38.xml"/>
   <Relationship Id="rId39" Type="http://schemas.openxmlformats.org/officeDocument/2006/relationships/slide" Target="slides/slide39.xml"/>
   <Relationship Id="rId40" Type="http://schemas.openxmlformats.org/officeDocument/2006/relationships/slide" Target="slides/slide40.xml"/>
   <Relationship Id="rId41" Type="http://schemas.openxmlformats.org/officeDocument/2006/relationships/slide" Target="slides/slide41.xml"/>
   <Relationship Id="rId42" Type="http://schemas.openxmlformats.org/officeDocument/2006/relationships/slide" Target="slides/slide42.xml"/>
   <Relationship Id="rId43" Type="http://schemas.openxmlformats.org/officeDocument/2006/relationships/slide" Target="slides/slide43.xml"/>
   <Relationship Id="rId44" Type="http://schemas.openxmlformats.org/officeDocument/2006/relationships/slide" Target="slides/slide44.xml"/>
   <Relationship Id="rId45" Type="http://schemas.openxmlformats.org/officeDocument/2006/relationships/slide" Target="slides/slide45.xml"/>
   <Relationship Id="rId46" Type="http://schemas.openxmlformats.org/officeDocument/2006/relationships/slide" Target="slides/slide46.xml"/>
   <Relationship Id="rId47" Type="http://schemas.openxmlformats.org/officeDocument/2006/relationships/slide" Target="slides/slide47.xml"/>
   <Relationship Id="rId48" Type="http://schemas.openxmlformats.org/officeDocument/2006/relationships/slide" Target="slides/slide48.xml"/>
   <Relationship Id="rId49" Type="http://schemas.openxmlformats.org/officeDocument/2006/relationships/slide" Target="slides/slide49.xml"/>
   <Relationship Id="rId50" Type="http://schemas.openxmlformats.org/officeDocument/2006/relationships/slide" Target="slides/slide50.xml"/>
   <Relationship Id="rId51" Type="http://schemas.openxmlformats.org/officeDocument/2006/relationships/slide" Target="slides/slide51.xml"/>
   <Relationship Id="rId52" Type="http://schemas.openxmlformats.org/officeDocument/2006/relationships/slide" Target="slides/slide52.xml"/>
   <Relationship Id="rId53" Type="http://schemas.openxmlformats.org/officeDocument/2006/relationships/slide" Target="slides/slide53.xml"/>
   <Relationship Id="rId54" Type="http://schemas.openxmlformats.org/officeDocument/2006/relationships/slide" Target="slides/slide54.xml"/>
   <Relationship Id="rId55" Type="http://schemas.openxmlformats.org/officeDocument/2006/relationships/slide" Target="slides/slide55.xml"/>
   <Relationship Id="rId56" Type="http://schemas.openxmlformats.org/officeDocument/2006/relationships/slide" Target="slides/slide56.xml"/>
   <Relationship Id="rId57" Type="http://schemas.openxmlformats.org/officeDocument/2006/relationships/slide" Target="slides/slide57.xml"/>
   <Relationship Id="rId58" Type="http://schemas.openxmlformats.org/officeDocument/2006/relationships/slide" Target="slides/slide58.xml"/>
   <Relationship Id="rId59" Type="http://schemas.openxmlformats.org/officeDocument/2006/relationships/slide" Target="slides/slide59.xml"/>
   <Relationship Id="rId60" Type="http://schemas.openxmlformats.org/officeDocument/2006/relationships/slide" Target="slides/slide60.xml"/>
   <Relationship Id="rId61" Type="http://schemas.openxmlformats.org/officeDocument/2006/relationships/slide" Target="slides/slide61.xml"/>
   <Relationship Id="rId62" Type="http://schemas.openxmlformats.org/officeDocument/2006/relationships/viewProps" Target="viewProps.xml"/>
   <Relationship Id="rId63" Type="http://schemas.openxmlformats.org/officeDocument/2006/relationships/presProps" Target="presProps.xml"/>
   <Relationship Id="rId64" Type="http://schemas.openxmlformats.org/officeDocument/2006/relationships/tableStyles" Target="tableStyles.xml"/>
   <Relationship Id="rId65" Type="http://schemas.openxmlformats.org/officeDocument/2006/relationships/theme" Target="theme/theme1.xml"/>
   <Relationship Id="rId6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96465"/>
            <a:ext cy="4826000" cx="47510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648460"/>
            <a:ext cy="3048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7120"/>
            <a:ext cy="4826000" cx="44291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648460"/>
            <a:ext cy="3048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7120"/>
            <a:ext cy="4826000" cx="442912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718945"/>
            <a:ext cy="3048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76170"/>
            <a:ext cy="4826000" cx="43916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718945"/>
            <a:ext cy="3048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477135"/>
            <a:ext cy="4826000" cx="41897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722755"/>
            <a:ext cy="3048000" cx="56978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050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86305"/>
            <a:ext cy="4191000" cx="47707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86305"/>
            <a:ext cy="4191000" cx="47707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86305"/>
            <a:ext cy="4191000" cx="47707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86305"/>
            <a:ext cy="4191000" cx="47707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186305"/>
            <a:ext cy="4826000" cx="47707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718945"/>
            <a:ext cy="2667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0770"/>
            <a:ext cy="4191000" cx="4442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0770"/>
            <a:ext cy="4191000" cx="4442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0770"/>
            <a:ext cy="4191000" cx="4442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0770"/>
            <a:ext cy="4191000" cx="4442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350770"/>
            <a:ext cy="4826000" cx="4442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841500" x="1648460"/>
            <a:ext cy="2667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285365"/>
            <a:ext cy="2286000" cx="45732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3337560"/>
            <a:ext cy="762000" cx="24688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3086735"/>
            <a:ext cy="1778000" cx="29698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1613535"/>
            <a:ext cy="4572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1613535"/>
            <a:ext cy="3810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660015"/>
            <a:ext cy="762000" cx="38239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530475"/>
            <a:ext cy="1905000" cx="40830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508885"/>
            <a:ext cy="2159000" cx="41262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2036445"/>
            <a:ext cy="3302000" cx="507111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608330"/>
            <a:ext cy="4826000" cx="79273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608330"/>
            <a:ext cy="2921000" cx="79273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1306830"/>
            <a:ext cy="4826000" cx="65297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1306830"/>
            <a:ext cy="2540000" cx="65297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397000" x="1506220"/>
            <a:ext cy="1905000" cx="61315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85365"/>
            <a:ext cy="2286000" cx="45732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337560"/>
            <a:ext cy="762000" cx="24688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086735"/>
            <a:ext cy="1778000" cx="29698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13535"/>
            <a:ext cy="4191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613535"/>
            <a:ext cy="4191000" cx="59169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660015"/>
            <a:ext cy="762000" cx="38239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530475"/>
            <a:ext cy="1905000" cx="408305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508885"/>
            <a:ext cy="2159000" cx="41262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036445"/>
            <a:ext cy="3302000" cx="507111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608330"/>
            <a:ext cy="4064000" cx="79273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608330"/>
            <a:ext cy="3683000" cx="79273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306830"/>
            <a:ext cy="4064000" cx="65297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306830"/>
            <a:ext cy="3302000" cx="652970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506220"/>
            <a:ext cy="1905000" cx="61315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691640"/>
            <a:ext cy="4321810" cx="576072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327660"/>
            <a:ext cy="1905000" cx="84880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485900" x="1386205"/>
            <a:ext cy="1905000" cx="637159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3454400" x="2811780"/>
            <a:ext cy="1905000" cx="3520440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slideLayout" Target="../slideLayouts/slideLayout9.xml"/>
   <Relationship Id="rId10" Type="http://schemas.openxmlformats.org/officeDocument/2006/relationships/slideLayout" Target="../slideLayouts/slideLayout10.xml"/>
   <Relationship Id="rId11" Type="http://schemas.openxmlformats.org/officeDocument/2006/relationships/slideLayout" Target="../slideLayouts/slideLayout11.xml"/>
   <Relationship Id="rId12" Type="http://schemas.openxmlformats.org/officeDocument/2006/relationships/slideLayout" Target="../slideLayouts/slideLayout12.xml"/>
   <Relationship Id="rId13" Type="http://schemas.openxmlformats.org/officeDocument/2006/relationships/slideLayout" Target="../slideLayouts/slideLayout13.xml"/>
   <Relationship Id="rId14" Type="http://schemas.openxmlformats.org/officeDocument/2006/relationships/slideLayout" Target="../slideLayouts/slideLayout14.xml"/>
   <Relationship Id="rId15" Type="http://schemas.openxmlformats.org/officeDocument/2006/relationships/slideLayout" Target="../slideLayouts/slideLayout15.xml"/>
   <Relationship Id="rId16" Type="http://schemas.openxmlformats.org/officeDocument/2006/relationships/slideLayout" Target="../slideLayouts/slideLayout16.xml"/>
   <Relationship Id="rId17" Type="http://schemas.openxmlformats.org/officeDocument/2006/relationships/slideLayout" Target="../slideLayouts/slideLayout17.xml"/>
   <Relationship Id="rId18" Type="http://schemas.openxmlformats.org/officeDocument/2006/relationships/slideLayout" Target="../slideLayouts/slideLayout18.xml"/>
   <Relationship Id="rId19" Type="http://schemas.openxmlformats.org/officeDocument/2006/relationships/slideLayout" Target="../slideLayouts/slideLayout19.xml"/>
   <Relationship Id="rId20" Type="http://schemas.openxmlformats.org/officeDocument/2006/relationships/slideLayout" Target="../slideLayouts/slideLayout20.xml"/>
   <Relationship Id="rId21" Type="http://schemas.openxmlformats.org/officeDocument/2006/relationships/slideLayout" Target="../slideLayouts/slideLayout21.xml"/>
   <Relationship Id="rId22" Type="http://schemas.openxmlformats.org/officeDocument/2006/relationships/slideLayout" Target="../slideLayouts/slideLayout22.xml"/>
   <Relationship Id="rId23" Type="http://schemas.openxmlformats.org/officeDocument/2006/relationships/slideLayout" Target="../slideLayouts/slideLayout23.xml"/>
   <Relationship Id="rId24" Type="http://schemas.openxmlformats.org/officeDocument/2006/relationships/slideLayout" Target="../slideLayouts/slideLayout24.xml"/>
   <Relationship Id="rId25" Type="http://schemas.openxmlformats.org/officeDocument/2006/relationships/slideLayout" Target="../slideLayouts/slideLayout25.xml"/>
   <Relationship Id="rId26" Type="http://schemas.openxmlformats.org/officeDocument/2006/relationships/slideLayout" Target="../slideLayouts/slideLayout26.xml"/>
   <Relationship Id="rId27" Type="http://schemas.openxmlformats.org/officeDocument/2006/relationships/slideLayout" Target="../slideLayouts/slideLayout27.xml"/>
   <Relationship Id="rId28" Type="http://schemas.openxmlformats.org/officeDocument/2006/relationships/slideLayout" Target="../slideLayouts/slideLayout28.xml"/>
   <Relationship Id="rId29" Type="http://schemas.openxmlformats.org/officeDocument/2006/relationships/slideLayout" Target="../slideLayouts/slideLayout29.xml"/>
   <Relationship Id="rId30" Type="http://schemas.openxmlformats.org/officeDocument/2006/relationships/slideLayout" Target="../slideLayouts/slideLayout30.xml"/>
   <Relationship Id="rId31" Type="http://schemas.openxmlformats.org/officeDocument/2006/relationships/slideLayout" Target="../slideLayouts/slideLayout31.xml"/>
   <Relationship Id="rId32" Type="http://schemas.openxmlformats.org/officeDocument/2006/relationships/slideLayout" Target="../slideLayouts/slideLayout32.xml"/>
   <Relationship Id="rId33" Type="http://schemas.openxmlformats.org/officeDocument/2006/relationships/slideLayout" Target="../slideLayouts/slideLayout33.xml"/>
   <Relationship Id="rId34" Type="http://schemas.openxmlformats.org/officeDocument/2006/relationships/slideLayout" Target="../slideLayouts/slideLayout34.xml"/>
   <Relationship Id="rId35" Type="http://schemas.openxmlformats.org/officeDocument/2006/relationships/slideLayout" Target="../slideLayouts/slideLayout35.xml"/>
   <Relationship Id="rId36" Type="http://schemas.openxmlformats.org/officeDocument/2006/relationships/slideLayout" Target="../slideLayouts/slideLayout36.xml"/>
   <Relationship Id="rId37" Type="http://schemas.openxmlformats.org/officeDocument/2006/relationships/slideLayout" Target="../slideLayouts/slideLayout37.xml"/>
   <Relationship Id="rId38" Type="http://schemas.openxmlformats.org/officeDocument/2006/relationships/slideLayout" Target="../slideLayouts/slideLayout38.xml"/>
   <Relationship Id="rId39" Type="http://schemas.openxmlformats.org/officeDocument/2006/relationships/slideLayout" Target="../slideLayouts/slideLayout39.xml"/>
   <Relationship Id="rId40" Type="http://schemas.openxmlformats.org/officeDocument/2006/relationships/slideLayout" Target="../slideLayouts/slideLayout40.xml"/>
   <Relationship Id="rId41" Type="http://schemas.openxmlformats.org/officeDocument/2006/relationships/slideLayout" Target="../slideLayouts/slideLayout41.xml"/>
   <Relationship Id="rId42" Type="http://schemas.openxmlformats.org/officeDocument/2006/relationships/slideLayout" Target="../slideLayouts/slideLayout42.xml"/>
   <Relationship Id="rId43" Type="http://schemas.openxmlformats.org/officeDocument/2006/relationships/slideLayout" Target="../slideLayouts/slideLayout43.xml"/>
   <Relationship Id="rId44" Type="http://schemas.openxmlformats.org/officeDocument/2006/relationships/slideLayout" Target="../slideLayouts/slideLayout44.xml"/>
   <Relationship Id="rId45" Type="http://schemas.openxmlformats.org/officeDocument/2006/relationships/slideLayout" Target="../slideLayouts/slideLayout45.xml"/>
   <Relationship Id="rId46" Type="http://schemas.openxmlformats.org/officeDocument/2006/relationships/slideLayout" Target="../slideLayouts/slideLayout46.xml"/>
   <Relationship Id="rId47" Type="http://schemas.openxmlformats.org/officeDocument/2006/relationships/slideLayout" Target="../slideLayouts/slideLayout47.xml"/>
   <Relationship Id="rId48" Type="http://schemas.openxmlformats.org/officeDocument/2006/relationships/slideLayout" Target="../slideLayouts/slideLayout48.xml"/>
   <Relationship Id="rId49" Type="http://schemas.openxmlformats.org/officeDocument/2006/relationships/slideLayout" Target="../slideLayouts/slideLayout49.xml"/>
   <Relationship Id="rId50" Type="http://schemas.openxmlformats.org/officeDocument/2006/relationships/slideLayout" Target="../slideLayouts/slideLayout50.xml"/>
   <Relationship Id="rId51" Type="http://schemas.openxmlformats.org/officeDocument/2006/relationships/slideLayout" Target="../slideLayouts/slideLayout51.xml"/>
   <Relationship Id="rId52" Type="http://schemas.openxmlformats.org/officeDocument/2006/relationships/slideLayout" Target="../slideLayouts/slideLayout52.xml"/>
   <Relationship Id="rId53" Type="http://schemas.openxmlformats.org/officeDocument/2006/relationships/slideLayout" Target="../slideLayouts/slideLayout53.xml"/>
   <Relationship Id="rId54" Type="http://schemas.openxmlformats.org/officeDocument/2006/relationships/slideLayout" Target="../slideLayouts/slideLayout54.xml"/>
   <Relationship Id="rId55" Type="http://schemas.openxmlformats.org/officeDocument/2006/relationships/slideLayout" Target="../slideLayouts/slideLayout55.xml"/>
   <Relationship Id="rId56" Type="http://schemas.openxmlformats.org/officeDocument/2006/relationships/slideLayout" Target="../slideLayouts/slideLayout56.xml"/>
   <Relationship Id="rId57" Type="http://schemas.openxmlformats.org/officeDocument/2006/relationships/slideLayout" Target="../slideLayouts/slideLayout57.xml"/>
   <Relationship Id="rId58" Type="http://schemas.openxmlformats.org/officeDocument/2006/relationships/slideLayout" Target="../slideLayouts/slideLayout58.xml"/>
   <Relationship Id="rId59" Type="http://schemas.openxmlformats.org/officeDocument/2006/relationships/slideLayout" Target="../slideLayouts/slideLayout59.xml"/>
   <Relationship Id="rId60" Type="http://schemas.openxmlformats.org/officeDocument/2006/relationships/slideLayout" Target="../slideLayouts/slideLayout60.xml"/>
   <Relationship Id="rId61" Type="http://schemas.openxmlformats.org/officeDocument/2006/relationships/slideLayout" Target="../slideLayouts/slideLayout61.xml"/>
   <Relationship Id="rId62" Type="http://schemas.openxmlformats.org/officeDocument/2006/relationships/theme" Target="../theme/theme1.xml"/>
   <Relationship Id="rId63" Type="http://schemas.openxmlformats.org/officeDocument/2006/relationships/slideLayout" Target="../slideLayouts/slideLayout62.xml"/>
   <Relationship Id="rId64" Type="http://schemas.openxmlformats.org/officeDocument/2006/relationships/slideLayout" Target="../slideLayouts/slideLayout63.xml"/>
   <Relationship Id="rId65" Type="http://schemas.openxmlformats.org/officeDocument/2006/relationships/slideLayout" Target="../slideLayouts/slideLayout64.xml"/>
   <Relationship Id="rId66" Type="http://schemas.openxmlformats.org/officeDocument/2006/relationships/slideLayout" Target="../slideLayouts/slideLayout65.xml"/>
   <Relationship Id="rId67" Type="http://schemas.openxmlformats.org/officeDocument/2006/relationships/slideLayout" Target="../slideLayouts/slideLayout66.xml"/>
   <Relationship Id="rId68" Type="http://schemas.openxmlformats.org/officeDocument/2006/relationships/slideLayout" Target="../slideLayouts/slideLayout67.xml"/>
   <Relationship Id="rId69" Type="http://schemas.openxmlformats.org/officeDocument/2006/relationships/slideLayout" Target="../slideLayouts/slideLayout68.xml"/>
   <Relationship Id="rId70" Type="http://schemas.openxmlformats.org/officeDocument/2006/relationships/slideLayout" Target="../slideLayouts/slideLayout69.xml"/>
   <Relationship Id="rId71" Type="http://schemas.openxmlformats.org/officeDocument/2006/relationships/slideLayout" Target="../slideLayouts/slideLayout70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84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385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386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85CCC-C738-DC48-81B3-D2AD485C4CCF}" type="datetimeFigureOut">
              <a:rPr lang="zh-CN" smtClean="0"/>
              <a:pPr/>
              <a:t>12/07/25</a:t>
            </a:fld>
            <a:endParaRPr lang="zh-CN"/>
          </a:p>
        </p:txBody>
      </p:sp>
      <p:sp>
        <p:nvSpPr>
          <p:cNvPr id="387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388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7DCB5-F5AA-4045-AB79-0D656EDF0341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</Relationships>

</file>

<file path=ppt/slides/_rels/slide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9.xml"/>
</Relationships>

</file>

<file path=ppt/slides/_rels/slide1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0.xml"/>
</Relationships>

</file>

<file path=ppt/slides/_rels/slide1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1.xml"/>
</Relationships>

</file>

<file path=ppt/slides/_rels/slide1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2.xml"/>
</Relationships>

</file>

<file path=ppt/slides/_rels/slide1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4.xml"/>
</Relationships>

</file>

<file path=ppt/slides/_rels/slide1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5.xml"/>
</Relationships>

</file>

<file path=ppt/slides/_rels/slide1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6.xml"/>
</Relationships>

</file>

<file path=ppt/slides/_rels/slide1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7.xml"/>
</Relationships>

</file>

<file path=ppt/slides/_rels/slide1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8.xml"/>
</Relationships>

</file>

<file path=ppt/slides/_rels/slide1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9.xml"/>
</Relationships>

</file>

<file path=ppt/slides/_rels/slide2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0.xml"/>
</Relationships>

</file>

<file path=ppt/slides/_rels/slide2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1.xml"/>
</Relationships>

</file>

<file path=ppt/slides/_rels/slide2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2.xml"/>
</Relationships>

</file>

<file path=ppt/slides/_rels/slide2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3.xml"/>
</Relationships>

</file>

<file path=ppt/slides/_rels/slide2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4.xml"/>
</Relationships>

</file>

<file path=ppt/slides/_rels/slide2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5.xml"/>
</Relationships>

</file>

<file path=ppt/slides/_rels/slide2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6.xml"/>
</Relationships>

</file>

<file path=ppt/slides/_rels/slide2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7.xml"/>
</Relationships>

</file>

<file path=ppt/slides/_rels/slide2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8.xml"/>
</Relationships>

</file>

<file path=ppt/slides/_rels/slide2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9.xml"/>
</Relationships>

</file>

<file path=ppt/slides/_rels/slide3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0.xml"/>
</Relationships>

</file>

<file path=ppt/slides/_rels/slide3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1.xml"/>
</Relationships>

</file>

<file path=ppt/slides/_rels/slide3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2.xml"/>
</Relationships>

</file>

<file path=ppt/slides/_rels/slide3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3.xml"/>
</Relationships>

</file>

<file path=ppt/slides/_rels/slide3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4.xml"/>
</Relationships>

</file>

<file path=ppt/slides/_rels/slide3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5.xml"/>
</Relationships>

</file>

<file path=ppt/slides/_rels/slide3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6.xml"/>
</Relationships>

</file>

<file path=ppt/slides/_rels/slide3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7.xml"/>
</Relationships>

</file>

<file path=ppt/slides/_rels/slide3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8.xml"/>
</Relationships>

</file>

<file path=ppt/slides/_rels/slide3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9.xml"/>
</Relationships>

</file>

<file path=ppt/slides/_rels/slide4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0.xml"/>
</Relationships>

</file>

<file path=ppt/slides/_rels/slide4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1.xml"/>
</Relationships>

</file>

<file path=ppt/slides/_rels/slide4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2.xml"/>
   <Relationship Id="rId2" Type="http://schemas.openxmlformats.org/officeDocument/2006/relationships/image" Target="../media/SGPlot68.png"/>
</Relationships>

</file>

<file path=ppt/slides/_rels/slide4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3.xml"/>
   <Relationship Id="rId2" Type="http://schemas.openxmlformats.org/officeDocument/2006/relationships/image" Target="../media/SGPlot69.png"/>
</Relationships>

</file>

<file path=ppt/slides/_rels/slide4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4.xml"/>
</Relationships>

</file>

<file path=ppt/slides/_rels/slide4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5.xml"/>
</Relationships>

</file>

<file path=ppt/slides/_rels/slide4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6.xml"/>
</Relationships>

</file>

<file path=ppt/slides/_rels/slide4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7.xml"/>
</Relationships>

</file>

<file path=ppt/slides/_rels/slide4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8.xml"/>
</Relationships>

</file>

<file path=ppt/slides/_rels/slide4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9.xml"/>
</Relationships>

</file>

<file path=ppt/slides/_rels/slide5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0.xml"/>
</Relationships>

</file>

<file path=ppt/slides/_rels/slide5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1.xml"/>
</Relationships>

</file>

<file path=ppt/slides/_rels/slide5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2.xml"/>
</Relationships>

</file>

<file path=ppt/slides/_rels/slide5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3.xml"/>
</Relationships>

</file>

<file path=ppt/slides/_rels/slide5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4.xml"/>
</Relationships>

</file>

<file path=ppt/slides/_rels/slide5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5.xml"/>
</Relationships>

</file>

<file path=ppt/slides/_rels/slide5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6.xml"/>
</Relationships>

</file>

<file path=ppt/slides/_rels/slide5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7.xml"/>
</Relationships>

</file>

<file path=ppt/slides/_rels/slide5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8.xml"/>
   <Relationship Id="rId2" Type="http://schemas.openxmlformats.org/officeDocument/2006/relationships/image" Target="../media/SGPlot70.png"/>
</Relationships>

</file>

<file path=ppt/slides/_rels/slide5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9.xml"/>
   <Relationship Id="rId2" Type="http://schemas.openxmlformats.org/officeDocument/2006/relationships/image" Target="../media/SGPlot71.png"/>
</Relationships>

</file>

<file path=ppt/slides/_rels/slide6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0.xml"/>
</Relationships>

</file>

<file path=ppt/slides/_rels/slide6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" name="Table 1"/>
          <p:cNvGraphicFramePr>
            <a:graphicFrameLocks noGrp="1"/>
          </p:cNvGraphicFramePr>
          <p:nvPr>
            <p:ph type="tbl" idx="2"/>
          </p:nvPr>
        </p:nvGraphicFramePr>
        <p:xfrm>
          <a:off x="2196465" y="1397000"/>
          <a:ext cy="4826000" cx="475107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17015"/>
                <a:gridCol w="985520"/>
                <a:gridCol w="98615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59.05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" name="Proc Note 1"/>
          <p:cNvSpPr txBox="1">
            <a:spLocks noGrp="1"/>
          </p:cNvSpPr>
          <p:nvPr/>
        </p:nvSpPr>
        <p:spPr>
          <a:xfrm>
            <a:off y="1397000" x="2028825"/>
            <a:ext cy="381000" cx="508635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" name="Table 2"/>
          <p:cNvGraphicFramePr>
            <a:graphicFrameLocks noGrp="1"/>
          </p:cNvGraphicFramePr>
          <p:nvPr>
            <p:ph type="tbl" idx="2"/>
          </p:nvPr>
        </p:nvGraphicFramePr>
        <p:xfrm>
          <a:off x="1648460" y="1841500"/>
          <a:ext cy="3048000" cx="584644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106.3757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107.0154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105.6226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106.3402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0.1886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" name="Table 3"/>
          <p:cNvGraphicFramePr>
            <a:graphicFrameLocks noGrp="1"/>
          </p:cNvGraphicFramePr>
          <p:nvPr>
            <p:ph type="tbl" idx="2"/>
          </p:nvPr>
        </p:nvGraphicFramePr>
        <p:xfrm>
          <a:off x="2786380" y="1905000"/>
          <a:ext cy="2667000" cx="35712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Proc Note 1"/>
          <p:cNvSpPr txBox="1">
            <a:spLocks noGrp="1"/>
          </p:cNvSpPr>
          <p:nvPr/>
        </p:nvSpPr>
        <p:spPr>
          <a:xfrm>
            <a:off y="46355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ph type="tbl" idx="2"/>
          </p:nvPr>
        </p:nvGraphicFramePr>
        <p:xfrm>
          <a:off x="2357120" y="1397000"/>
          <a:ext cy="4826000" cx="442912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45.18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90.19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58.13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32.54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77.93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77.73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" name="Proc Note 1"/>
          <p:cNvSpPr txBox="1">
            <a:spLocks noGrp="1"/>
          </p:cNvSpPr>
          <p:nvPr/>
        </p:nvSpPr>
        <p:spPr>
          <a:xfrm>
            <a:off y="1397000" x="2381250"/>
            <a:ext cy="381000" cx="438086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" name="Table 5"/>
          <p:cNvGraphicFramePr>
            <a:graphicFrameLocks noGrp="1"/>
          </p:cNvGraphicFramePr>
          <p:nvPr>
            <p:ph type="tbl" idx="2"/>
          </p:nvPr>
        </p:nvGraphicFramePr>
        <p:xfrm>
          <a:off x="1648460" y="1841500"/>
          <a:ext cy="3048000" cx="584644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269.2548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281.9615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267.8143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269.1647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8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9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1" name="Table 6"/>
          <p:cNvGraphicFramePr>
            <a:graphicFrameLocks noGrp="1"/>
          </p:cNvGraphicFramePr>
          <p:nvPr>
            <p:ph type="tbl" idx="2"/>
          </p:nvPr>
        </p:nvGraphicFramePr>
        <p:xfrm>
          <a:off x="2786380" y="1905000"/>
          <a:ext cy="2667000" cx="35712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Proc Note 1"/>
          <p:cNvSpPr txBox="1">
            <a:spLocks noGrp="1"/>
          </p:cNvSpPr>
          <p:nvPr/>
        </p:nvSpPr>
        <p:spPr>
          <a:xfrm>
            <a:off y="46355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8" name="Table 7"/>
          <p:cNvGraphicFramePr>
            <a:graphicFrameLocks noGrp="1"/>
          </p:cNvGraphicFramePr>
          <p:nvPr>
            <p:ph type="tbl" idx="2"/>
          </p:nvPr>
        </p:nvGraphicFramePr>
        <p:xfrm>
          <a:off x="2357120" y="1397000"/>
          <a:ext cy="4826000" cx="442912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17015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HavingCVD-Exercise表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65.35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28.13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71.87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4" name="Proc Note 1"/>
          <p:cNvSpPr txBox="1">
            <a:spLocks noGrp="1"/>
          </p:cNvSpPr>
          <p:nvPr/>
        </p:nvSpPr>
        <p:spPr>
          <a:xfrm>
            <a:off y="1397000" x="2395220"/>
            <a:ext cy="381000" cx="4352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55" name="Table 8"/>
          <p:cNvGraphicFramePr>
            <a:graphicFrameLocks noGrp="1"/>
          </p:cNvGraphicFramePr>
          <p:nvPr>
            <p:ph type="tbl" idx="2"/>
          </p:nvPr>
        </p:nvGraphicFramePr>
        <p:xfrm>
          <a:off x="1718945" y="1841500"/>
          <a:ext cy="3048000" cx="570547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62.7072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63.1305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62.0646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62.6862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-0.1448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0.1433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-0.1448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0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1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2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表“Exercise-HavingCVD”的统计量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3" name="Table 9"/>
          <p:cNvGraphicFramePr>
            <a:graphicFrameLocks noGrp="1"/>
          </p:cNvGraphicFramePr>
          <p:nvPr>
            <p:ph type="tbl" idx="2"/>
          </p:nvPr>
        </p:nvGraphicFramePr>
        <p:xfrm>
          <a:off x="2786380" y="1905000"/>
          <a:ext cy="2667000" cx="35712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Proc Note 1"/>
          <p:cNvSpPr txBox="1">
            <a:spLocks noGrp="1"/>
          </p:cNvSpPr>
          <p:nvPr/>
        </p:nvSpPr>
        <p:spPr>
          <a:xfrm>
            <a:off y="46355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0" name="Table 10"/>
          <p:cNvGraphicFramePr>
            <a:graphicFrameLocks noGrp="1"/>
          </p:cNvGraphicFramePr>
          <p:nvPr>
            <p:ph type="tbl" idx="2"/>
          </p:nvPr>
        </p:nvGraphicFramePr>
        <p:xfrm>
          <a:off x="2376170" y="1397000"/>
          <a:ext cy="4826000" cx="43916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277620"/>
                <a:gridCol w="925830"/>
                <a:gridCol w="9258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29.26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56.26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41.00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7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6" name="Proc Note 1"/>
          <p:cNvSpPr txBox="1">
            <a:spLocks noGrp="1"/>
          </p:cNvSpPr>
          <p:nvPr/>
        </p:nvSpPr>
        <p:spPr>
          <a:xfrm>
            <a:off y="1397000" x="2148205"/>
            <a:ext cy="381000" cx="484695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7" name="Table 11"/>
          <p:cNvGraphicFramePr>
            <a:graphicFrameLocks noGrp="1"/>
          </p:cNvGraphicFramePr>
          <p:nvPr>
            <p:ph type="tbl" idx="2"/>
          </p:nvPr>
        </p:nvGraphicFramePr>
        <p:xfrm>
          <a:off x="1718945" y="1841500"/>
          <a:ext cy="3048000" cx="570547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35.6534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35.7291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35.2169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35.6415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-0.1092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0.1086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-0.1092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82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3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4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85" name="Table 12"/>
          <p:cNvGraphicFramePr>
            <a:graphicFrameLocks noGrp="1"/>
          </p:cNvGraphicFramePr>
          <p:nvPr>
            <p:ph type="tbl" idx="2"/>
          </p:nvPr>
        </p:nvGraphicFramePr>
        <p:xfrm>
          <a:off x="2786380" y="1905000"/>
          <a:ext cy="2667000" cx="35712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" name="Proc Note 1"/>
          <p:cNvSpPr txBox="1">
            <a:spLocks noGrp="1"/>
          </p:cNvSpPr>
          <p:nvPr/>
        </p:nvSpPr>
        <p:spPr>
          <a:xfrm>
            <a:off y="46355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2" name="Table 13"/>
          <p:cNvGraphicFramePr>
            <a:graphicFrameLocks noGrp="1"/>
          </p:cNvGraphicFramePr>
          <p:nvPr>
            <p:ph type="tbl" idx="2"/>
          </p:nvPr>
        </p:nvGraphicFramePr>
        <p:xfrm>
          <a:off x="2477135" y="1397000"/>
          <a:ext cy="4826000" cx="41897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27762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37.36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80.36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40.99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77.73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" name="Proc Note 1"/>
          <p:cNvSpPr txBox="1">
            <a:spLocks noGrp="1"/>
          </p:cNvSpPr>
          <p:nvPr/>
        </p:nvSpPr>
        <p:spPr>
          <a:xfrm>
            <a:off y="1397000" x="2501265"/>
            <a:ext cy="381000" cx="414147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9" name="Table 14"/>
          <p:cNvGraphicFramePr>
            <a:graphicFrameLocks noGrp="1"/>
          </p:cNvGraphicFramePr>
          <p:nvPr>
            <p:ph type="tbl" idx="2"/>
          </p:nvPr>
        </p:nvGraphicFramePr>
        <p:xfrm>
          <a:off x="1722755" y="1841500"/>
          <a:ext cy="3048000" cx="56978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10680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10.4092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10.4651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10.1268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10.4057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-0.0590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0.0589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-0.0590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5" name="Proc Title 2"/>
          <p:cNvSpPr txBox="1">
            <a:spLocks noGrp="1"/>
          </p:cNvSpPr>
          <p:nvPr/>
        </p:nvSpPr>
        <p:spPr>
          <a:xfrm>
            <a:off y="13335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6" name="Proc Title 3"/>
          <p:cNvSpPr txBox="1">
            <a:spLocks noGrp="1"/>
          </p:cNvSpPr>
          <p:nvPr/>
        </p:nvSpPr>
        <p:spPr>
          <a:xfrm>
            <a:off y="1460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表“Diabetes-GENDER”的统计量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07" name="Table 15"/>
          <p:cNvGraphicFramePr>
            <a:graphicFrameLocks noGrp="1"/>
          </p:cNvGraphicFramePr>
          <p:nvPr>
            <p:ph type="tbl" idx="2"/>
          </p:nvPr>
        </p:nvGraphicFramePr>
        <p:xfrm>
          <a:off x="2786380" y="1905000"/>
          <a:ext cy="2667000" cx="35712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0.9995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8" name="Proc Note 1"/>
          <p:cNvSpPr txBox="1">
            <a:spLocks noGrp="1"/>
          </p:cNvSpPr>
          <p:nvPr/>
        </p:nvSpPr>
        <p:spPr>
          <a:xfrm>
            <a:off y="46355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4" name="Table 16"/>
          <p:cNvGraphicFramePr>
            <a:graphicFrameLocks noGrp="1"/>
          </p:cNvGraphicFramePr>
          <p:nvPr>
            <p:ph type="tbl" idx="2"/>
          </p:nvPr>
        </p:nvGraphicFramePr>
        <p:xfrm>
          <a:off x="2186305" y="1397000"/>
          <a:ext cy="4191000" cx="47707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988695"/>
                <a:gridCol w="9893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67.35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2.71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55.86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0" name="Table 17"/>
          <p:cNvGraphicFramePr>
            <a:graphicFrameLocks noGrp="1"/>
          </p:cNvGraphicFramePr>
          <p:nvPr>
            <p:ph type="tbl" idx="2"/>
          </p:nvPr>
        </p:nvGraphicFramePr>
        <p:xfrm>
          <a:off x="2186305" y="1397000"/>
          <a:ext cy="4191000" cx="47707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988695"/>
                <a:gridCol w="9893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53.73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2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6" name="Table 18"/>
          <p:cNvGraphicFramePr>
            <a:graphicFrameLocks noGrp="1"/>
          </p:cNvGraphicFramePr>
          <p:nvPr>
            <p:ph type="tbl" idx="2"/>
          </p:nvPr>
        </p:nvGraphicFramePr>
        <p:xfrm>
          <a:off x="2186305" y="1397000"/>
          <a:ext cy="4191000" cx="47707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988695"/>
                <a:gridCol w="9893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5.92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2" name="Table 19"/>
          <p:cNvGraphicFramePr>
            <a:graphicFrameLocks noGrp="1"/>
          </p:cNvGraphicFramePr>
          <p:nvPr>
            <p:ph type="tbl" idx="2"/>
          </p:nvPr>
        </p:nvGraphicFramePr>
        <p:xfrm>
          <a:off x="2186305" y="1397000"/>
          <a:ext cy="4191000" cx="47707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988695"/>
                <a:gridCol w="9893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54.52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5.89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54.52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12.94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8" name="Table 20"/>
          <p:cNvGraphicFramePr>
            <a:graphicFrameLocks noGrp="1"/>
          </p:cNvGraphicFramePr>
          <p:nvPr>
            <p:ph type="tbl" idx="2"/>
          </p:nvPr>
        </p:nvGraphicFramePr>
        <p:xfrm>
          <a:off x="2186305" y="1397000"/>
          <a:ext cy="4826000" cx="477075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988695"/>
                <a:gridCol w="98933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Age_Range-SmokingStatus表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52.51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4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4" name="Proc Note 1"/>
          <p:cNvSpPr txBox="1">
            <a:spLocks noGrp="1"/>
          </p:cNvSpPr>
          <p:nvPr/>
        </p:nvSpPr>
        <p:spPr>
          <a:xfrm>
            <a:off y="1397000" x="2021840"/>
            <a:ext cy="381000" cx="509968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表“SmokingStatus-Age_Range”的统计量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5" name="Table 21"/>
          <p:cNvGraphicFramePr>
            <a:graphicFrameLocks noGrp="1"/>
          </p:cNvGraphicFramePr>
          <p:nvPr>
            <p:ph type="tbl" idx="2"/>
          </p:nvPr>
        </p:nvGraphicFramePr>
        <p:xfrm>
          <a:off x="1718945" y="1841500"/>
          <a:ext cy="2667000" cx="570547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80.3833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81.6161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51.1734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6" name="Proc Note 1"/>
          <p:cNvSpPr txBox="1">
            <a:spLocks noGrp="1"/>
          </p:cNvSpPr>
          <p:nvPr/>
        </p:nvSpPr>
        <p:spPr>
          <a:xfrm>
            <a:off y="45720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2" name="Table 22"/>
          <p:cNvGraphicFramePr>
            <a:graphicFrameLocks noGrp="1"/>
          </p:cNvGraphicFramePr>
          <p:nvPr>
            <p:ph type="tbl" idx="2"/>
          </p:nvPr>
        </p:nvGraphicFramePr>
        <p:xfrm>
          <a:off x="2350770" y="1397000"/>
          <a:ext cy="4191000" cx="44424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98.17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91.03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7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8" name="Table 23"/>
          <p:cNvGraphicFramePr>
            <a:graphicFrameLocks noGrp="1"/>
          </p:cNvGraphicFramePr>
          <p:nvPr>
            <p:ph type="tbl" idx="2"/>
          </p:nvPr>
        </p:nvGraphicFramePr>
        <p:xfrm>
          <a:off x="2350770" y="1397000"/>
          <a:ext cy="4191000" cx="44424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4.05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90.30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9.70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81.09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3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4" name="Table 24"/>
          <p:cNvGraphicFramePr>
            <a:graphicFrameLocks noGrp="1"/>
          </p:cNvGraphicFramePr>
          <p:nvPr>
            <p:ph type="tbl" idx="2"/>
          </p:nvPr>
        </p:nvGraphicFramePr>
        <p:xfrm>
          <a:off x="2350770" y="1397000"/>
          <a:ext cy="4191000" cx="44424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6.39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79.58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8.70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72.63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27.37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11.97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0" name="Table 25"/>
          <p:cNvGraphicFramePr>
            <a:graphicFrameLocks noGrp="1"/>
          </p:cNvGraphicFramePr>
          <p:nvPr>
            <p:ph type="tbl" idx="2"/>
          </p:nvPr>
        </p:nvGraphicFramePr>
        <p:xfrm>
          <a:off x="2350770" y="1397000"/>
          <a:ext cy="4191000" cx="44424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68.09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66.67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4.31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12.94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7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6" name="Table 26"/>
          <p:cNvGraphicFramePr>
            <a:graphicFrameLocks noGrp="1"/>
          </p:cNvGraphicFramePr>
          <p:nvPr>
            <p:ph type="tbl" idx="2"/>
          </p:nvPr>
        </p:nvGraphicFramePr>
        <p:xfrm>
          <a:off x="2350770" y="1397000"/>
          <a:ext cy="4826000" cx="44424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530350"/>
                <a:gridCol w="824865"/>
                <a:gridCol w="824865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Age_Range-Diabetes表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65.16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34.84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78.10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21.90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12.68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77.73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2" name="Proc Note 1"/>
          <p:cNvSpPr txBox="1">
            <a:spLocks noGrp="1"/>
          </p:cNvSpPr>
          <p:nvPr/>
        </p:nvSpPr>
        <p:spPr>
          <a:xfrm>
            <a:off y="1397000" x="2374900"/>
            <a:ext cy="381000" cx="43942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表“Diabetes-Age_Range”的统计量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83" name="Table 27"/>
          <p:cNvGraphicFramePr>
            <a:graphicFrameLocks noGrp="1"/>
          </p:cNvGraphicFramePr>
          <p:nvPr>
            <p:ph type="tbl" idx="2"/>
          </p:nvPr>
        </p:nvGraphicFramePr>
        <p:xfrm>
          <a:off x="1648460" y="1841500"/>
          <a:ext cy="2667000" cx="584644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217.0016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270.3479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150.7173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4" name="Proc Note 1"/>
          <p:cNvSpPr txBox="1">
            <a:spLocks noGrp="1"/>
          </p:cNvSpPr>
          <p:nvPr/>
        </p:nvSpPr>
        <p:spPr>
          <a:xfrm>
            <a:off y="45720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2990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9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0" name="Table 28"/>
          <p:cNvGraphicFramePr>
            <a:graphicFrameLocks noGrp="1"/>
          </p:cNvGraphicFramePr>
          <p:nvPr>
            <p:ph type="tbl" idx="2"/>
          </p:nvPr>
        </p:nvGraphicFramePr>
        <p:xfrm>
          <a:off x="2285365" y="1397000"/>
          <a:ext cy="2286000" cx="457327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460500"/>
                <a:gridCol w="311277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数据集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WORK.ANALYSIS_DATA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响应变量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响应水平数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模型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二元 Logit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优化方法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Fisher 评分法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5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6" name="Table 29"/>
          <p:cNvGraphicFramePr>
            <a:graphicFrameLocks noGrp="1"/>
          </p:cNvGraphicFramePr>
          <p:nvPr>
            <p:ph type="tbl" idx="2"/>
          </p:nvPr>
        </p:nvGraphicFramePr>
        <p:xfrm>
          <a:off x="3337560" y="1397000"/>
          <a:ext cy="762000" cx="246888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714500"/>
                <a:gridCol w="7543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读取的观测数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使用的观测数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01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2" name="Table 30"/>
          <p:cNvGraphicFramePr>
            <a:graphicFrameLocks noGrp="1"/>
          </p:cNvGraphicFramePr>
          <p:nvPr>
            <p:ph type="tbl" idx="2"/>
          </p:nvPr>
        </p:nvGraphicFramePr>
        <p:xfrm>
          <a:off x="3086735" y="1397000"/>
          <a:ext cy="1778000" cx="296989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698500"/>
                <a:gridCol w="1517015"/>
                <a:gridCol w="75438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响应概略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有序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总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频数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3" name="Proc Note 1"/>
          <p:cNvSpPr txBox="1">
            <a:spLocks noGrp="1"/>
          </p:cNvSpPr>
          <p:nvPr/>
        </p:nvSpPr>
        <p:spPr>
          <a:xfrm>
            <a:off y="3238500" x="2546985"/>
            <a:ext cy="381000" cx="40493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建模的概率为 HavingCVD='Yes'。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0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08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9" name="Table 31"/>
          <p:cNvGraphicFramePr>
            <a:graphicFrameLocks noGrp="1"/>
          </p:cNvGraphicFramePr>
          <p:nvPr>
            <p:ph type="tbl" idx="2"/>
          </p:nvPr>
        </p:nvGraphicFramePr>
        <p:xfrm>
          <a:off x="1613535" y="1397000"/>
          <a:ext cy="4572000" cx="59169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1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15" name="Table 32"/>
          <p:cNvGraphicFramePr>
            <a:graphicFrameLocks noGrp="1"/>
          </p:cNvGraphicFramePr>
          <p:nvPr>
            <p:ph type="tbl" idx="2"/>
          </p:nvPr>
        </p:nvGraphicFramePr>
        <p:xfrm>
          <a:off x="1613535" y="1397000"/>
          <a:ext cy="3810000" cx="59169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20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1" name="Table 33"/>
          <p:cNvGraphicFramePr>
            <a:graphicFrameLocks noGrp="1"/>
          </p:cNvGraphicFramePr>
          <p:nvPr>
            <p:ph type="tbl" idx="2"/>
          </p:nvPr>
        </p:nvGraphicFramePr>
        <p:xfrm>
          <a:off x="2660015" y="1397000"/>
          <a:ext cy="762000" cx="382397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82397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模型收敛状态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满足收敛准则 (GCONV=1E-8)。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26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7" name="Table 34"/>
          <p:cNvGraphicFramePr>
            <a:graphicFrameLocks noGrp="1"/>
          </p:cNvGraphicFramePr>
          <p:nvPr>
            <p:ph type="tbl" idx="2"/>
          </p:nvPr>
        </p:nvGraphicFramePr>
        <p:xfrm>
          <a:off x="2530475" y="1397000"/>
          <a:ext cy="1905000" cx="408305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120775"/>
                <a:gridCol w="1247775"/>
                <a:gridCol w="1714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模型拟合统计量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准则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仅截距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截距和协变量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AIC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4147.008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3242.971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4153.011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3333.016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-2 Log 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4145.008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3212.971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32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33" name="Table 35"/>
          <p:cNvGraphicFramePr>
            <a:graphicFrameLocks noGrp="1"/>
          </p:cNvGraphicFramePr>
          <p:nvPr>
            <p:ph type="tbl" idx="2"/>
          </p:nvPr>
        </p:nvGraphicFramePr>
        <p:xfrm>
          <a:off x="2508885" y="1397000"/>
          <a:ext cy="2159000" cx="41262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952500"/>
                <a:gridCol w="1247775"/>
                <a:gridCol w="952500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检验全局原假设: BETA=0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932.0371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评分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821.7718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Wald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616.5676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3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38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39" name="Table 36"/>
          <p:cNvGraphicFramePr>
            <a:graphicFrameLocks noGrp="1"/>
          </p:cNvGraphicFramePr>
          <p:nvPr>
            <p:ph type="tbl" idx="2"/>
          </p:nvPr>
        </p:nvGraphicFramePr>
        <p:xfrm>
          <a:off x="2036445" y="1397000"/>
          <a:ext cy="3302000" cx="507111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952500"/>
                <a:gridCol w="1247775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3 型效应分析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390.7384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12.7540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43.4949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90.3666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34.8981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8.7631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44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45" name="Table 37"/>
          <p:cNvGraphicFramePr>
            <a:graphicFrameLocks noGrp="1"/>
          </p:cNvGraphicFramePr>
          <p:nvPr>
            <p:ph type="tbl" idx="2"/>
          </p:nvPr>
        </p:nvGraphicFramePr>
        <p:xfrm>
          <a:off x="608330" y="1397000"/>
          <a:ext cy="4826000" cx="79273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840105"/>
                <a:gridCol w="952500"/>
                <a:gridCol w="105029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Intercept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-3.3170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131.7190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0.6256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5.2403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14.4362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1.6807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0.2257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55.4685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1.5197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48.3696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120.2900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2.3334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136.1066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2.4274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144.5503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188.5502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3.2708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243.7237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4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50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51" name="Table 38"/>
          <p:cNvGraphicFramePr>
            <a:graphicFrameLocks noGrp="1"/>
          </p:cNvGraphicFramePr>
          <p:nvPr>
            <p:ph type="tbl" idx="2"/>
          </p:nvPr>
        </p:nvGraphicFramePr>
        <p:xfrm>
          <a:off x="608330" y="1397000"/>
          <a:ext cy="2921000" cx="79273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840105"/>
                <a:gridCol w="952500"/>
                <a:gridCol w="105029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12.7540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0.5766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43.4949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1.0749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90.3666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34.8981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8.7631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56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57" name="Table 39"/>
          <p:cNvGraphicFramePr>
            <a:graphicFrameLocks noGrp="1"/>
          </p:cNvGraphicFramePr>
          <p:nvPr>
            <p:ph type="tbl" idx="2"/>
          </p:nvPr>
        </p:nvGraphicFramePr>
        <p:xfrm>
          <a:off x="1306830" y="1397000"/>
          <a:ext cy="4826000" cx="652970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63220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41-45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46-50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4.575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51-55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5.369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3.450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8.356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56-60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4.571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7.014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61-65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9.207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6.192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13.690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66-70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10.313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6.969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15.263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71-75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11.330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7.627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16.829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76-80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19.603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12.819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29.978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&gt;= 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26.331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17.464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39.701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5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2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3" name="Table 40"/>
          <p:cNvGraphicFramePr>
            <a:graphicFrameLocks noGrp="1"/>
          </p:cNvGraphicFramePr>
          <p:nvPr>
            <p:ph type="tbl" idx="2"/>
          </p:nvPr>
        </p:nvGraphicFramePr>
        <p:xfrm>
          <a:off x="1306830" y="1397000"/>
          <a:ext cy="2540000" cx="652970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63220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3.656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        Male vs 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6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6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6604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Association Analysis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68" name="Proc Title 1"/>
          <p:cNvSpPr txBox="1">
            <a:spLocks noGrp="1"/>
          </p:cNvSpPr>
          <p:nvPr/>
        </p:nvSpPr>
        <p:spPr>
          <a:xfrm>
            <a:off y="9525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69" name="Table 41"/>
          <p:cNvGraphicFramePr>
            <a:graphicFrameLocks noGrp="1"/>
          </p:cNvGraphicFramePr>
          <p:nvPr>
            <p:ph type="tbl" idx="2"/>
          </p:nvPr>
        </p:nvGraphicFramePr>
        <p:xfrm>
          <a:off x="1506220" y="1397000"/>
          <a:ext cy="1905000" cx="61315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730500"/>
                <a:gridCol w="1177290"/>
                <a:gridCol w="1318895"/>
                <a:gridCol w="90487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预测概率和观测响应的关联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Somers 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Gamma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结值百分比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Tau-a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2235016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73" title="SGPlot 过程" name="SGPlot68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74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5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77" title="SGPlot 过程" name="SGPlot69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278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79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8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83" name="Table 42"/>
          <p:cNvGraphicFramePr>
            <a:graphicFrameLocks noGrp="1"/>
          </p:cNvGraphicFramePr>
          <p:nvPr>
            <p:ph type="tbl" idx="2"/>
          </p:nvPr>
        </p:nvGraphicFramePr>
        <p:xfrm>
          <a:off x="2285365" y="1930400"/>
          <a:ext cy="2286000" cx="457327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460500"/>
                <a:gridCol w="311277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数据集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WORK.ANALYSIS_DATA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响应变量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响应水平数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模型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二元 Logit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优化方法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Fisher 评分法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8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89" name="Table 43"/>
          <p:cNvGraphicFramePr>
            <a:graphicFrameLocks noGrp="1"/>
          </p:cNvGraphicFramePr>
          <p:nvPr>
            <p:ph type="tbl" idx="2"/>
          </p:nvPr>
        </p:nvGraphicFramePr>
        <p:xfrm>
          <a:off x="3337560" y="1930400"/>
          <a:ext cy="762000" cx="246888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714500"/>
                <a:gridCol w="7543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读取的观测数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使用的观测数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9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95" name="Table 44"/>
          <p:cNvGraphicFramePr>
            <a:graphicFrameLocks noGrp="1"/>
          </p:cNvGraphicFramePr>
          <p:nvPr>
            <p:ph type="tbl" idx="2"/>
          </p:nvPr>
        </p:nvGraphicFramePr>
        <p:xfrm>
          <a:off x="3086735" y="1930400"/>
          <a:ext cy="1778000" cx="296989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698500"/>
                <a:gridCol w="1517015"/>
                <a:gridCol w="75438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响应概略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有序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总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频数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6" name="Proc Note 1"/>
          <p:cNvSpPr txBox="1">
            <a:spLocks noGrp="1"/>
          </p:cNvSpPr>
          <p:nvPr/>
        </p:nvSpPr>
        <p:spPr>
          <a:xfrm>
            <a:off y="3771900" x="2546985"/>
            <a:ext cy="381000" cx="404939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建模的概率为 HavingCVD='Yes'。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0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2" name="Table 45"/>
          <p:cNvGraphicFramePr>
            <a:graphicFrameLocks noGrp="1"/>
          </p:cNvGraphicFramePr>
          <p:nvPr>
            <p:ph type="tbl" idx="2"/>
          </p:nvPr>
        </p:nvGraphicFramePr>
        <p:xfrm>
          <a:off x="1613535" y="1930400"/>
          <a:ext cy="4191000" cx="59169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0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0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0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0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8" name="Table 46"/>
          <p:cNvGraphicFramePr>
            <a:graphicFrameLocks noGrp="1"/>
          </p:cNvGraphicFramePr>
          <p:nvPr>
            <p:ph type="tbl" idx="2"/>
          </p:nvPr>
        </p:nvGraphicFramePr>
        <p:xfrm>
          <a:off x="1613535" y="1930400"/>
          <a:ext cy="4191000" cx="59169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103632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  <a:gridCol w="331470"/>
              </a:tblGrid>
              <a:tr h="381000">
                <a:tc gridSpan="11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分类水平信息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分类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设计变量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14" name="Table 47"/>
          <p:cNvGraphicFramePr>
            <a:graphicFrameLocks noGrp="1"/>
          </p:cNvGraphicFramePr>
          <p:nvPr>
            <p:ph type="tbl" idx="2"/>
          </p:nvPr>
        </p:nvGraphicFramePr>
        <p:xfrm>
          <a:off x="2660015" y="1930400"/>
          <a:ext cy="762000" cx="382397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82397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模型收敛状态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满足收敛准则 (GCONV=1E-8)。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1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1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20" name="Table 48"/>
          <p:cNvGraphicFramePr>
            <a:graphicFrameLocks noGrp="1"/>
          </p:cNvGraphicFramePr>
          <p:nvPr>
            <p:ph type="tbl" idx="2"/>
          </p:nvPr>
        </p:nvGraphicFramePr>
        <p:xfrm>
          <a:off x="2530475" y="1930400"/>
          <a:ext cy="1905000" cx="408305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120775"/>
                <a:gridCol w="1247775"/>
                <a:gridCol w="1714500"/>
              </a:tblGrid>
              <a:tr h="381000"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模型拟合统计量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准则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仅截距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截距和协变量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AIC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4147.008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3242.971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4153.011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3333.016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-2 Log 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4145.008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3212.971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2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26" name="Table 49"/>
          <p:cNvGraphicFramePr>
            <a:graphicFrameLocks noGrp="1"/>
          </p:cNvGraphicFramePr>
          <p:nvPr>
            <p:ph type="tbl" idx="2"/>
          </p:nvPr>
        </p:nvGraphicFramePr>
        <p:xfrm>
          <a:off x="2508885" y="1930400"/>
          <a:ext cy="2159000" cx="412623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952500"/>
                <a:gridCol w="1247775"/>
                <a:gridCol w="952500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检验全局原假设: BETA=0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932.0371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评分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821.7718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Wald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616.5676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3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2" name="Table 50"/>
          <p:cNvGraphicFramePr>
            <a:graphicFrameLocks noGrp="1"/>
          </p:cNvGraphicFramePr>
          <p:nvPr>
            <p:ph type="tbl" idx="2"/>
          </p:nvPr>
        </p:nvGraphicFramePr>
        <p:xfrm>
          <a:off x="2036445" y="1930400"/>
          <a:ext cy="3302000" cx="507111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952500"/>
                <a:gridCol w="1247775"/>
                <a:gridCol w="97345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3 型效应分析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390.7384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12.7540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43.4949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90.3666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34.8981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8.7631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3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3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38" name="Table 51"/>
          <p:cNvGraphicFramePr>
            <a:graphicFrameLocks noGrp="1"/>
          </p:cNvGraphicFramePr>
          <p:nvPr>
            <p:ph type="tbl" idx="2"/>
          </p:nvPr>
        </p:nvGraphicFramePr>
        <p:xfrm>
          <a:off x="608330" y="1930400"/>
          <a:ext cy="4064000" cx="79273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840105"/>
                <a:gridCol w="952500"/>
                <a:gridCol w="105029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Intercept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-3.3170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0.2890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131.7190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0.6256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0.2733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5.2403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0.2640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14.4362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1.6807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0.2257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55.4685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1.5197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0.2185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48.3696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2.2200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120.2900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2.3334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136.1066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2.4274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144.5503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4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44" name="Table 52"/>
          <p:cNvGraphicFramePr>
            <a:graphicFrameLocks noGrp="1"/>
          </p:cNvGraphicFramePr>
          <p:nvPr>
            <p:ph type="tbl" idx="2"/>
          </p:nvPr>
        </p:nvGraphicFramePr>
        <p:xfrm>
          <a:off x="608330" y="1930400"/>
          <a:ext cy="3683000" cx="79273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1897380"/>
                <a:gridCol w="840105"/>
                <a:gridCol w="952500"/>
                <a:gridCol w="1050290"/>
                <a:gridCol w="965835"/>
                <a:gridCol w="1247775"/>
                <a:gridCol w="973455"/>
              </a:tblGrid>
              <a:tr h="381000"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最大似然估计分析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参数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 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2.9757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0.2167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188.5502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3.2708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0.2095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243.7237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0.1298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12.7540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0.5766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0.0874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43.4949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1.0749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0.1131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90.3666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0.5182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34.8981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8.7631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4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4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50" name="Table 53"/>
          <p:cNvGraphicFramePr>
            <a:graphicFrameLocks noGrp="1"/>
          </p:cNvGraphicFramePr>
          <p:nvPr>
            <p:ph type="tbl" idx="2"/>
          </p:nvPr>
        </p:nvGraphicFramePr>
        <p:xfrm>
          <a:off x="1306830" y="1930400"/>
          <a:ext cy="4064000" cx="652970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63220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41-45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1.869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3.194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46-50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2.727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4.575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51-55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5.369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3.450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8.356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56-60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4.571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7.014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61-65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9.207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6.192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13.690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66-70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10.313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6.969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15.263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71-75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11.330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7.627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16.829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76-80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19.603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12.819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29.978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5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56" name="Table 54"/>
          <p:cNvGraphicFramePr>
            <a:graphicFrameLocks noGrp="1"/>
          </p:cNvGraphicFramePr>
          <p:nvPr>
            <p:ph type="tbl" idx="2"/>
          </p:nvPr>
        </p:nvGraphicFramePr>
        <p:xfrm>
          <a:off x="1306830" y="1930400"/>
          <a:ext cy="3302000" cx="652970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3632200"/>
                <a:gridCol w="965835"/>
                <a:gridCol w="965835"/>
                <a:gridCol w="96583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优比估计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效应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点估计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Wald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置信限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Age_Range     &gt;= 80 vs &lt;= 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26.331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17.464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39.701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BMI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1.223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SmokingStatus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1.780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1.500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2.113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Diabetes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2.347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3.656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        Male vs 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1.414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1.994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Exercise      Yes vs 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0.746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0.906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5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5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6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Smoking rate among different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age groups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6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“LOGISTIC”过程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62" name="Table 55"/>
          <p:cNvGraphicFramePr>
            <a:graphicFrameLocks noGrp="1"/>
          </p:cNvGraphicFramePr>
          <p:nvPr>
            <p:ph type="tbl" idx="2"/>
          </p:nvPr>
        </p:nvGraphicFramePr>
        <p:xfrm>
          <a:off x="1506220" y="1930400"/>
          <a:ext cy="1905000" cx="613156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2730500"/>
                <a:gridCol w="1177290"/>
                <a:gridCol w="1318895"/>
                <a:gridCol w="904875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预测概率和观测响应的关联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Somers D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不一致部分所占百分比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Gamma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结值百分比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Tau-a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2235016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0.803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366" title="SGPlot 过程" name="SGPlot70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367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8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370" title="SGPlot 过程" name="SGPlot71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691640"/>
            <a:ext cy="4321810" cx="5760720"/>
          </a:xfrm>
          <a:prstGeom prst="rect">
            <a:avLst/>
          </a:prstGeom>
        </p:spPr>
      </p:pic>
      <p:sp>
        <p:nvSpPr>
          <p:cNvPr id="371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2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Diabete rate between male and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375" name="Table 56"/>
          <p:cNvGraphicFramePr>
            <a:graphicFrameLocks noGrp="1"/>
          </p:cNvGraphicFramePr>
          <p:nvPr>
            <p:ph type="tbl" idx="2"/>
          </p:nvPr>
        </p:nvGraphicFramePr>
        <p:xfrm>
          <a:off x="327660" y="1485900"/>
          <a:ext cy="1905000" cx="8488045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698500"/>
                <a:gridCol w="1277620"/>
                <a:gridCol w="1191895"/>
                <a:gridCol w="1093470"/>
                <a:gridCol w="1404620"/>
                <a:gridCol w="1460500"/>
                <a:gridCol w="136144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Diabetes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COUNT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PERCENT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PCT_ROW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PCT_COL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1207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40.3679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75.4375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51.9363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13.1438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24.5625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59.0090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1117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37.3579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80.3597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48.0637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9.1304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19.6403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40.9910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7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Diabete rate between male and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female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graphicFrame>
        <p:nvGraphicFramePr>
          <p:cNvPr id="380" name="Table 57"/>
          <p:cNvGraphicFramePr>
            <a:graphicFrameLocks noGrp="1"/>
          </p:cNvGraphicFramePr>
          <p:nvPr>
            <p:ph type="tbl" idx="2"/>
          </p:nvPr>
        </p:nvGraphicFramePr>
        <p:xfrm>
          <a:off x="1386205" y="1485900"/>
          <a:ext cy="1905000" cx="637159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698500"/>
                <a:gridCol w="1277620"/>
                <a:gridCol w="1897380"/>
                <a:gridCol w="1093470"/>
                <a:gridCol w="140462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SmokingStatus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COUNT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PERCENT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24.2475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29.2642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26.1538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20.3344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1" name="Table 58"/>
          <p:cNvGraphicFramePr>
            <a:graphicFrameLocks noGrp="1"/>
          </p:cNvGraphicFramePr>
          <p:nvPr>
            <p:ph type="tbl" idx="3"/>
          </p:nvPr>
        </p:nvGraphicFramePr>
        <p:xfrm>
          <a:off x="2811780" y="3454400"/>
          <a:ext cy="1905000" cx="3520440"/>
        </p:xfrm>
        <a:graphic>
          <a:graphicData uri="http://schemas.openxmlformats.org/drawingml/2006/table">
            <a:tbl>
              <a:tblPr>
                <a:tableStyleId>{B72D8205-55A5-5447-A0A4-02FEA8A3B1CD}</a:tableStyleId>
              </a:tblPr>
              <a:tblGrid>
                <a:gridCol w="698500"/>
                <a:gridCol w="1460500"/>
                <a:gridCol w="1361440"/>
              </a:tblGrid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观测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PCT_ROW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PCT_COL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45.3125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48.1088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54.6875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59.0020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56.2590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51.8912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43.7410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40.9980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2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EB285CCC-C738-DC48-81B3-D2AD485C4CCF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Sunday, December 7,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83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50D7DCB5-F5AA-4045-AB79-0D656EDF0341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61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baseType="lpstr" size="58">
      <vt:lpstr>ODS Theme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Association Analysis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Smoking rate among different age groups</vt:lpstr>
      <vt:lpstr>The Diabete rate between male and female</vt:lpstr>
      <vt:lpstr>The Diabete rate between male and female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2025-12-07T 8:53:52+00:00</dcterms:created>
  <dcterms:modified xsi:type="dcterms:W3CDTF">2025-12-07T 8:53:52+00:00</dcterms:modified>
</cp:coreProperties>
</file>
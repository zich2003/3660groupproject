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58" r:id="rId6"/>
  </p:sldMasterIdLst>
  <p:sldIdLst>
    <p:sldId id="256" r:id="rId1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3D6206E4-9DE8-3749-9392-67AB4BB7EA98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viewProps" Target="viewProps.xml"/>
   <Relationship Id="rId3" Type="http://schemas.openxmlformats.org/officeDocument/2006/relationships/presProps" Target="presProps.xml"/>
   <Relationship Id="rId4" Type="http://schemas.openxmlformats.org/officeDocument/2006/relationships/tableStyles" Target="tableStyles.xml"/>
   <Relationship Id="rId5" Type="http://schemas.openxmlformats.org/officeDocument/2006/relationships/theme" Target="theme/theme1.xml"/>
   <Relationship Id="rId6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524000"/>
            <a:ext cy="6096000" cx="609600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FA7BA5AB-3A3C-244C-89B8-9F2BF851E71F}" type="datetimeFigureOut">
              <a:rPr lang="zh-CN" smtClean="0"/>
              <a:pPr/>
              <a:t>11/30/25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2177999-0BB8-B64F-B9F5-24DDE33871EA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theme" Target="../theme/theme1.xml"/>
   <Relationship Id="rId3" Type="http://schemas.openxmlformats.org/officeDocument/2006/relationships/slideLayout" Target="../slideLayouts/slideLayout2.xml"/>
   <Relationship Id="rId4" Type="http://schemas.openxmlformats.org/officeDocument/2006/relationships/slideLayout" Target="../slideLayouts/slideLayout3.xml"/>
   <Relationship Id="rId5" Type="http://schemas.openxmlformats.org/officeDocument/2006/relationships/slideLayout" Target="../slideLayouts/slideLayout4.xml"/>
   <Relationship Id="rId6" Type="http://schemas.openxmlformats.org/officeDocument/2006/relationships/slideLayout" Target="../slideLayouts/slideLayout5.xml"/>
   <Relationship Id="rId7" Type="http://schemas.openxmlformats.org/officeDocument/2006/relationships/slideLayout" Target="../slideLayouts/slideLayout6.xml"/>
   <Relationship Id="rId8" Type="http://schemas.openxmlformats.org/officeDocument/2006/relationships/slideLayout" Target="../slideLayouts/slideLayout7.xml"/>
   <Relationship Id="rId9" Type="http://schemas.openxmlformats.org/officeDocument/2006/relationships/slideLayout" Target="../slideLayouts/slideLayout8.xml"/>
   <Relationship Id="rId10" Type="http://schemas.openxmlformats.org/officeDocument/2006/relationships/slideLayout" Target="../slideLayouts/slideLayout9.xml"/>
   <Relationship Id="rId11" Type="http://schemas.openxmlformats.org/officeDocument/2006/relationships/slideLayout" Target="../slideLayouts/slideLayout10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6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7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BA5AB-3A3C-244C-89B8-9F2BF851E71F}" type="datetimeFigureOut">
              <a:rPr lang="zh-CN" smtClean="0"/>
              <a:pPr/>
              <a:t>11/30/25</a:t>
            </a:fld>
            <a:endParaRPr lang="zh-CN"/>
          </a:p>
        </p:txBody>
      </p:sp>
      <p:sp>
        <p:nvSpPr>
          <p:cNvPr id="8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9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77999-0BB8-B64F-B9F5-24DDE33871EA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image" Target="../media/SGPlot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" title="SGPlot 过程" name="SGPlot1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524000"/>
            <a:ext cy="6096000" cx="6096000"/>
          </a:xfrm>
          <a:prstGeom prst="rect">
            <a:avLst/>
          </a:prstGeom>
        </p:spPr>
      </p:pic>
      <p:sp>
        <p:nvSpPr>
          <p:cNvPr id="3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FA7BA5AB-3A3C-244C-89B8-9F2BF851E71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November 30,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2177999-0BB8-B64F-B9F5-24DDE33871EA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1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">
      <vt:lpstr>ODS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2025-11-30T10:59:33+00:00</dcterms:created>
  <dcterms:modified xsi:type="dcterms:W3CDTF">2025-11-30T10:59:33+00:00</dcterms:modified>
</cp:coreProperties>
</file>
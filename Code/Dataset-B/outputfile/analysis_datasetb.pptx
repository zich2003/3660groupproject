
<file path=[Content_Types].xml><?xml version="1.0" encoding="utf-8"?>
<Types xmlns="http://schemas.openxmlformats.org/package/2006/content-types">
  <Override PartName="/ppt/presentation.xml" ContentType="application/vnd.openxmlformats-officedocument.presentationml.presentation.main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slideLayouts/slideLayout1.xml" ContentType="application/vnd.openxmlformats-officedocument.presentationml.slideLayout+xml"/>
  <Override PartName="/ppt/slides/slide2.xml" ContentType="application/vnd.openxmlformats-officedocument.presentationml.slide+xml"/>
  <Override PartName="/ppt/slideLayouts/slideLayout2.xml" ContentType="application/vnd.openxmlformats-officedocument.presentationml.slideLayout+xml"/>
  <Override PartName="/ppt/slides/slide3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4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5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6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7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8.xml" ContentType="application/vnd.openxmlformats-officedocument.presentationml.slide+xml"/>
  <Override PartName="/ppt/slideLayouts/slideLayout8.xml" ContentType="application/vnd.openxmlformats-officedocument.presentationml.slideLayout+xml"/>
  <Override PartName="/ppt/slides/slide9.xml" ContentType="application/vnd.openxmlformats-officedocument.presentationml.slide+xml"/>
  <Override PartName="/ppt/slideLayouts/slideLayout9.xml" ContentType="application/vnd.openxmlformats-officedocument.presentationml.slideLayout+xml"/>
  <Override PartName="/ppt/slides/slide10.xml" ContentType="application/vnd.openxmlformats-officedocument.presentationml.slide+xml"/>
  <Override PartName="/ppt/slideLayouts/slideLayout10.xml" ContentType="application/vnd.openxmlformats-officedocument.presentationml.slideLayout+xml"/>
  <Override PartName="/ppt/slides/slide11.xml" ContentType="application/vnd.openxmlformats-officedocument.presentationml.slide+xml"/>
  <Override PartName="/ppt/slideLayouts/slideLayout11.xml" ContentType="application/vnd.openxmlformats-officedocument.presentationml.slideLayout+xml"/>
  <Override PartName="/ppt/slides/slide12.xml" ContentType="application/vnd.openxmlformats-officedocument.presentationml.slide+xml"/>
  <Override PartName="/ppt/slideLayouts/slideLayout12.xml" ContentType="application/vnd.openxmlformats-officedocument.presentationml.slideLayout+xml"/>
  <Override PartName="/ppt/slides/slide13.xml" ContentType="application/vnd.openxmlformats-officedocument.presentationml.slide+xml"/>
  <Override PartName="/ppt/slideLayouts/slideLayout13.xml" ContentType="application/vnd.openxmlformats-officedocument.presentationml.slideLayout+xml"/>
  <Override PartName="/ppt/slides/slide14.xml" ContentType="application/vnd.openxmlformats-officedocument.presentationml.slide+xml"/>
  <Override PartName="/ppt/slideLayouts/slideLayout14.xml" ContentType="application/vnd.openxmlformats-officedocument.presentationml.slideLayout+xml"/>
  <Override PartName="/ppt/slides/slide15.xml" ContentType="application/vnd.openxmlformats-officedocument.presentationml.slide+xml"/>
  <Override PartName="/ppt/slideLayouts/slideLayout15.xml" ContentType="application/vnd.openxmlformats-officedocument.presentationml.slideLayout+xml"/>
  <Override PartName="/ppt/slides/slide16.xml" ContentType="application/vnd.openxmlformats-officedocument.presentationml.slide+xml"/>
  <Override PartName="/ppt/slideLayouts/slideLayout16.xml" ContentType="application/vnd.openxmlformats-officedocument.presentationml.slideLayout+xml"/>
  <Override PartName="/ppt/slides/slide17.xml" ContentType="application/vnd.openxmlformats-officedocument.presentationml.slide+xml"/>
  <Override PartName="/ppt/slideLayouts/slideLayout17.xml" ContentType="application/vnd.openxmlformats-officedocument.presentationml.slideLayout+xml"/>
  <Override PartName="/ppt/slides/slide18.xml" ContentType="application/vnd.openxmlformats-officedocument.presentationml.slide+xml"/>
  <Override PartName="/ppt/slideLayouts/slideLayout18.xml" ContentType="application/vnd.openxmlformats-officedocument.presentationml.slideLayout+xml"/>
  <Override PartName="/ppt/slides/slide19.xml" ContentType="application/vnd.openxmlformats-officedocument.presentationml.slide+xml"/>
  <Override PartName="/ppt/slideLayouts/slideLayout19.xml" ContentType="application/vnd.openxmlformats-officedocument.presentationml.slideLayout+xml"/>
  <Override PartName="/ppt/slides/slide20.xml" ContentType="application/vnd.openxmlformats-officedocument.presentationml.slide+xml"/>
  <Override PartName="/ppt/slideLayouts/slideLayout20.xml" ContentType="application/vnd.openxmlformats-officedocument.presentationml.slideLayout+xml"/>
  <Override PartName="/ppt/slides/slide21.xml" ContentType="application/vnd.openxmlformats-officedocument.presentationml.slide+xml"/>
  <Override PartName="/ppt/slideLayouts/slideLayout21.xml" ContentType="application/vnd.openxmlformats-officedocument.presentationml.slideLayout+xml"/>
  <Override PartName="/ppt/slides/slide22.xml" ContentType="application/vnd.openxmlformats-officedocument.presentationml.slide+xml"/>
  <Override PartName="/ppt/slideLayouts/slideLayout22.xml" ContentType="application/vnd.openxmlformats-officedocument.presentationml.slideLayout+xml"/>
  <Override PartName="/ppt/slides/slide23.xml" ContentType="application/vnd.openxmlformats-officedocument.presentationml.slide+xml"/>
  <Override PartName="/ppt/slideLayouts/slideLayout23.xml" ContentType="application/vnd.openxmlformats-officedocument.presentationml.slideLayout+xml"/>
  <Override PartName="/ppt/slides/slide24.xml" ContentType="application/vnd.openxmlformats-officedocument.presentationml.slide+xml"/>
  <Override PartName="/ppt/slideLayouts/slideLayout24.xml" ContentType="application/vnd.openxmlformats-officedocument.presentationml.slideLayout+xml"/>
  <Override PartName="/ppt/slides/slide25.xml" ContentType="application/vnd.openxmlformats-officedocument.presentationml.slide+xml"/>
  <Override PartName="/ppt/slideLayouts/slideLayout25.xml" ContentType="application/vnd.openxmlformats-officedocument.presentationml.slideLayout+xml"/>
  <Override PartName="/ppt/slides/slide26.xml" ContentType="application/vnd.openxmlformats-officedocument.presentationml.slide+xml"/>
  <Override PartName="/ppt/slideLayouts/slideLayout26.xml" ContentType="application/vnd.openxmlformats-officedocument.presentationml.slideLayout+xml"/>
  <Override PartName="/ppt/slides/slide27.xml" ContentType="application/vnd.openxmlformats-officedocument.presentationml.slide+xml"/>
  <Override PartName="/ppt/slideLayouts/slideLayout27.xml" ContentType="application/vnd.openxmlformats-officedocument.presentationml.slideLayout+xml"/>
  <Override PartName="/ppt/slides/slide28.xml" ContentType="application/vnd.openxmlformats-officedocument.presentationml.slide+xml"/>
  <Override PartName="/ppt/slideLayouts/slideLayout28.xml" ContentType="application/vnd.openxmlformats-officedocument.presentationml.slideLayout+xml"/>
  <Override PartName="/ppt/slides/slide29.xml" ContentType="application/vnd.openxmlformats-officedocument.presentationml.slide+xml"/>
  <Override PartName="/ppt/slideLayouts/slideLayout29.xml" ContentType="application/vnd.openxmlformats-officedocument.presentationml.slideLayout+xml"/>
  <Override PartName="/ppt/slides/slide30.xml" ContentType="application/vnd.openxmlformats-officedocument.presentationml.slide+xml"/>
  <Override PartName="/ppt/slideLayouts/slideLayout30.xml" ContentType="application/vnd.openxmlformats-officedocument.presentationml.slideLayout+xml"/>
  <Override PartName="/ppt/slides/slide31.xml" ContentType="application/vnd.openxmlformats-officedocument.presentationml.slide+xml"/>
  <Override PartName="/ppt/slideLayouts/slideLayout31.xml" ContentType="application/vnd.openxmlformats-officedocument.presentationml.slideLayout+xml"/>
  <Override PartName="/ppt/slides/slide32.xml" ContentType="application/vnd.openxmlformats-officedocument.presentationml.slide+xml"/>
  <Override PartName="/ppt/slideLayouts/slideLayout32.xml" ContentType="application/vnd.openxmlformats-officedocument.presentationml.slideLayout+xml"/>
  <Override PartName="/ppt/slides/slide33.xml" ContentType="application/vnd.openxmlformats-officedocument.presentationml.slide+xml"/>
  <Override PartName="/ppt/slideLayouts/slideLayout33.xml" ContentType="application/vnd.openxmlformats-officedocument.presentationml.slideLayout+xml"/>
  <Override PartName="/ppt/slides/slide34.xml" ContentType="application/vnd.openxmlformats-officedocument.presentationml.slide+xml"/>
  <Override PartName="/ppt/slideLayouts/slideLayout34.xml" ContentType="application/vnd.openxmlformats-officedocument.presentationml.slideLayout+xml"/>
  <Override PartName="/ppt/slides/slide35.xml" ContentType="application/vnd.openxmlformats-officedocument.presentationml.slide+xml"/>
  <Override PartName="/ppt/slideLayouts/slideLayout35.xml" ContentType="application/vnd.openxmlformats-officedocument.presentationml.slideLayout+xml"/>
  <Override PartName="/ppt/slides/slide36.xml" ContentType="application/vnd.openxmlformats-officedocument.presentationml.slide+xml"/>
  <Override PartName="/ppt/slideLayouts/slideLayout36.xml" ContentType="application/vnd.openxmlformats-officedocument.presentationml.slideLayout+xml"/>
  <Override PartName="/ppt/slides/slide37.xml" ContentType="application/vnd.openxmlformats-officedocument.presentationml.slide+xml"/>
  <Override PartName="/ppt/slideLayouts/slideLayout37.xml" ContentType="application/vnd.openxmlformats-officedocument.presentationml.slideLayout+xml"/>
  <Override PartName="/ppt/slides/slide38.xml" ContentType="application/vnd.openxmlformats-officedocument.presentationml.slide+xml"/>
  <Override PartName="/ppt/slideLayouts/slideLayout38.xml" ContentType="application/vnd.openxmlformats-officedocument.presentationml.slideLayout+xml"/>
  <Override PartName="/ppt/slides/slide39.xml" ContentType="application/vnd.openxmlformats-officedocument.presentationml.slide+xml"/>
  <Override PartName="/ppt/slideLayouts/slideLayout39.xml" ContentType="application/vnd.openxmlformats-officedocument.presentationml.slideLayout+xml"/>
  <Override PartName="/ppt/slides/slide40.xml" ContentType="application/vnd.openxmlformats-officedocument.presentationml.slide+xml"/>
  <Override PartName="/ppt/slideLayouts/slideLayout40.xml" ContentType="application/vnd.openxmlformats-officedocument.presentationml.slideLayout+xml"/>
  <Override PartName="/ppt/slides/slide41.xml" ContentType="application/vnd.openxmlformats-officedocument.presentationml.slide+xml"/>
  <Override PartName="/ppt/slideLayouts/slideLayout41.xml" ContentType="application/vnd.openxmlformats-officedocument.presentationml.slideLayout+xml"/>
  <Override PartName="/ppt/slides/slide42.xml" ContentType="application/vnd.openxmlformats-officedocument.presentationml.slide+xml"/>
  <Override PartName="/ppt/slideLayouts/slideLayout42.xml" ContentType="application/vnd.openxmlformats-officedocument.presentationml.slideLayout+xml"/>
  <Override PartName="/ppt/slides/slide43.xml" ContentType="application/vnd.openxmlformats-officedocument.presentationml.slide+xml"/>
  <Override PartName="/ppt/slideLayouts/slideLayout43.xml" ContentType="application/vnd.openxmlformats-officedocument.presentationml.slideLayout+xml"/>
  <Override PartName="/ppt/slides/slide44.xml" ContentType="application/vnd.openxmlformats-officedocument.presentationml.slide+xml"/>
  <Override PartName="/ppt/slideLayouts/slideLayout44.xml" ContentType="application/vnd.openxmlformats-officedocument.presentationml.slideLayout+xml"/>
  <Override PartName="/ppt/slides/slide45.xml" ContentType="application/vnd.openxmlformats-officedocument.presentationml.slide+xml"/>
  <Override PartName="/ppt/slideLayouts/slideLayout45.xml" ContentType="application/vnd.openxmlformats-officedocument.presentationml.slideLayout+xml"/>
  <Override PartName="/ppt/slides/slide46.xml" ContentType="application/vnd.openxmlformats-officedocument.presentationml.slide+xml"/>
  <Override PartName="/ppt/slideLayouts/slideLayout46.xml" ContentType="application/vnd.openxmlformats-officedocument.presentationml.slideLayout+xml"/>
  <Override PartName="/ppt/slides/slide47.xml" ContentType="application/vnd.openxmlformats-officedocument.presentationml.slide+xml"/>
  <Override PartName="/ppt/slideLayouts/slideLayout47.xml" ContentType="application/vnd.openxmlformats-officedocument.presentationml.slideLayout+xml"/>
  <Override PartName="/ppt/slides/slide48.xml" ContentType="application/vnd.openxmlformats-officedocument.presentationml.slide+xml"/>
  <Override PartName="/ppt/slideLayouts/slideLayout48.xml" ContentType="application/vnd.openxmlformats-officedocument.presentationml.slideLayout+xml"/>
  <Override PartName="/ppt/slides/slide49.xml" ContentType="application/vnd.openxmlformats-officedocument.presentationml.slide+xml"/>
  <Override PartName="/ppt/slideLayouts/slideLayout49.xml" ContentType="application/vnd.openxmlformats-officedocument.presentationml.slideLayout+xml"/>
  <Override PartName="/ppt/slides/slide50.xml" ContentType="application/vnd.openxmlformats-officedocument.presentationml.slide+xml"/>
  <Override PartName="/ppt/slideLayouts/slideLayout50.xml" ContentType="application/vnd.openxmlformats-officedocument.presentationml.slideLayout+xml"/>
  <Override PartName="/ppt/slides/slide51.xml" ContentType="application/vnd.openxmlformats-officedocument.presentationml.slide+xml"/>
  <Override PartName="/ppt/slideLayouts/slideLayout51.xml" ContentType="application/vnd.openxmlformats-officedocument.presentationml.slideLayout+xml"/>
  <Override PartName="/ppt/slides/slide52.xml" ContentType="application/vnd.openxmlformats-officedocument.presentationml.slide+xml"/>
  <Override PartName="/ppt/slideLayouts/slideLayout52.xml" ContentType="application/vnd.openxmlformats-officedocument.presentationml.slideLayout+xml"/>
  <Override PartName="/ppt/slides/slide53.xml" ContentType="application/vnd.openxmlformats-officedocument.presentationml.slide+xml"/>
  <Override PartName="/ppt/slideLayouts/slideLayout53.xml" ContentType="application/vnd.openxmlformats-officedocument.presentationml.slideLayout+xml"/>
  <Override PartName="/ppt/slides/slide54.xml" ContentType="application/vnd.openxmlformats-officedocument.presentationml.slide+xml"/>
  <Override PartName="/ppt/slideLayouts/slideLayout54.xml" ContentType="application/vnd.openxmlformats-officedocument.presentationml.slideLayout+xml"/>
  <Override PartName="/ppt/slides/slide55.xml" ContentType="application/vnd.openxmlformats-officedocument.presentationml.slide+xml"/>
  <Override PartName="/ppt/slideLayouts/slideLayout55.xml" ContentType="application/vnd.openxmlformats-officedocument.presentationml.slideLayout+xml"/>
  <Override PartName="/ppt/slides/slide56.xml" ContentType="application/vnd.openxmlformats-officedocument.presentationml.slide+xml"/>
  <Override PartName="/ppt/slideLayouts/slideLayout56.xml" ContentType="application/vnd.openxmlformats-officedocument.presentationml.slideLayout+xml"/>
  <Override PartName="/ppt/slides/slide57.xml" ContentType="application/vnd.openxmlformats-officedocument.presentationml.slide+xml"/>
  <Override PartName="/ppt/slideLayouts/slideLayout57.xml" ContentType="application/vnd.openxmlformats-officedocument.presentationml.slideLayout+xml"/>
  <Override PartName="/ppt/slides/slide58.xml" ContentType="application/vnd.openxmlformats-officedocument.presentationml.slide+xml"/>
  <Override PartName="/ppt/slideLayouts/slideLayout58.xml" ContentType="application/vnd.openxmlformats-officedocument.presentationml.slideLayout+xml"/>
  <Override PartName="/ppt/slides/slide59.xml" ContentType="application/vnd.openxmlformats-officedocument.presentationml.slide+xml"/>
  <Override PartName="/ppt/slideLayouts/slideLayout59.xml" ContentType="application/vnd.openxmlformats-officedocument.presentationml.slideLayout+xml"/>
  <Override PartName="/ppt/slides/slide60.xml" ContentType="application/vnd.openxmlformats-officedocument.presentationml.slide+xml"/>
  <Override PartName="/ppt/slideLayouts/slideLayout60.xml" ContentType="application/vnd.openxmlformats-officedocument.presentationml.slideLayout+xml"/>
  <Override PartName="/ppt/slides/slide61.xml" ContentType="application/vnd.openxmlformats-officedocument.presentationml.slide+xml"/>
  <Override PartName="/ppt/slideLayouts/slideLayout61.xml" ContentType="application/vnd.openxmlformats-officedocument.presentationml.slideLayout+xml"/>
  <Override PartName="/ppt/slides/slide62.xml" ContentType="application/vnd.openxmlformats-officedocument.presentationml.slide+xml"/>
  <Override PartName="/ppt/slideLayouts/slideLayout62.xml" ContentType="application/vnd.openxmlformats-officedocument.presentationml.slideLayout+xml"/>
  <Override PartName="/ppt/slides/slide63.xml" ContentType="application/vnd.openxmlformats-officedocument.presentationml.slide+xml"/>
  <Override PartName="/ppt/slideLayouts/slideLayout63.xml" ContentType="application/vnd.openxmlformats-officedocument.presentationml.slideLayout+xml"/>
  <Override PartName="/ppt/slides/slide64.xml" ContentType="application/vnd.openxmlformats-officedocument.presentationml.slide+xml"/>
  <Override PartName="/ppt/slideLayouts/slideLayout64.xml" ContentType="application/vnd.openxmlformats-officedocument.presentationml.slideLayout+xml"/>
  <Override PartName="/ppt/slides/slide65.xml" ContentType="application/vnd.openxmlformats-officedocument.presentationml.slide+xml"/>
  <Override PartName="/ppt/slideLayouts/slideLayout65.xml" ContentType="application/vnd.openxmlformats-officedocument.presentationml.slideLayout+xml"/>
  <Override PartName="/ppt/slides/slide66.xml" ContentType="application/vnd.openxmlformats-officedocument.presentationml.slide+xml"/>
  <Override PartName="/ppt/slideLayouts/slideLayout66.xml" ContentType="application/vnd.openxmlformats-officedocument.presentationml.slideLayout+xml"/>
  <Override PartName="/ppt/slides/slide67.xml" ContentType="application/vnd.openxmlformats-officedocument.presentationml.slide+xml"/>
  <Override PartName="/ppt/slideLayouts/slideLayout67.xml" ContentType="application/vnd.openxmlformats-officedocument.presentationml.slideLayout+xml"/>
  <Override PartName="/ppt/slides/slide68.xml" ContentType="application/vnd.openxmlformats-officedocument.presentationml.slide+xml"/>
  <Override PartName="/ppt/slideLayouts/slideLayout68.xml" ContentType="application/vnd.openxmlformats-officedocument.presentationml.slideLayout+xml"/>
  <Override PartName="/ppt/slides/slide69.xml" ContentType="application/vnd.openxmlformats-officedocument.presentationml.slide+xml"/>
  <Override PartName="/ppt/slideLayouts/slideLayout69.xml" ContentType="application/vnd.openxmlformats-officedocument.presentationml.slideLayout+xml"/>
  <Override PartName="/ppt/slides/slide70.xml" ContentType="application/vnd.openxmlformats-officedocument.presentationml.slide+xml"/>
  <Override PartName="/ppt/slideLayouts/slideLayout70.xml" ContentType="application/vnd.openxmlformats-officedocument.presentationml.slideLayout+xml"/>
  <Override PartName="/ppt/slides/slide71.xml" ContentType="application/vnd.openxmlformats-officedocument.presentationml.slide+xml"/>
  <Override PartName="/ppt/slideLayouts/slideLayout71.xml" ContentType="application/vnd.openxmlformats-officedocument.presentationml.slideLayout+xml"/>
  <Override PartName="/ppt/slides/slide72.xml" ContentType="application/vnd.openxmlformats-officedocument.presentationml.slide+xml"/>
  <Override PartName="/ppt/slideLayouts/slideLayout72.xml" ContentType="application/vnd.openxmlformats-officedocument.presentationml.slideLayout+xml"/>
  <Override PartName="/ppt/slides/slide73.xml" ContentType="application/vnd.openxmlformats-officedocument.presentationml.slide+xml"/>
  <Override PartName="/ppt/slideLayouts/slideLayout73.xml" ContentType="application/vnd.openxmlformats-officedocument.presentationml.slideLayout+xml"/>
  <Override PartName="/ppt/slides/slide74.xml" ContentType="application/vnd.openxmlformats-officedocument.presentationml.slide+xml"/>
  <Override PartName="/ppt/slideLayouts/slideLayout74.xml" ContentType="application/vnd.openxmlformats-officedocument.presentationml.slideLayout+xml"/>
  <Override PartName="/ppt/slides/slide75.xml" ContentType="application/vnd.openxmlformats-officedocument.presentationml.slide+xml"/>
  <Override PartName="/ppt/slideLayouts/slideLayout75.xml" ContentType="application/vnd.openxmlformats-officedocument.presentationml.slideLayout+xml"/>
  <Override PartName="/ppt/slides/slide76.xml" ContentType="application/vnd.openxmlformats-officedocument.presentationml.slide+xml"/>
  <Override PartName="/ppt/slideLayouts/slideLayout76.xml" ContentType="application/vnd.openxmlformats-officedocument.presentationml.slideLayout+xml"/>
  <Override PartName="/ppt/slides/slide77.xml" ContentType="application/vnd.openxmlformats-officedocument.presentationml.slide+xml"/>
  <Override PartName="/ppt/slideLayouts/slideLayout77.xml" ContentType="application/vnd.openxmlformats-officedocument.presentationml.slideLayout+xml"/>
  <Override PartName="/ppt/slides/slide78.xml" ContentType="application/vnd.openxmlformats-officedocument.presentationml.slide+xml"/>
  <Override PartName="/ppt/slideLayouts/slideLayout78.xml" ContentType="application/vnd.openxmlformats-officedocument.presentationml.slideLayout+xml"/>
  <Override PartName="/ppt/slides/slide79.xml" ContentType="application/vnd.openxmlformats-officedocument.presentationml.slide+xml"/>
  <Override PartName="/ppt/slideLayouts/slideLayout79.xml" ContentType="application/vnd.openxmlformats-officedocument.presentationml.slideLayout+xml"/>
  <Override PartName="/ppt/slides/slide80.xml" ContentType="application/vnd.openxmlformats-officedocument.presentationml.slide+xml"/>
  <Override PartName="/ppt/slideLayouts/slideLayout80.xml" ContentType="application/vnd.openxmlformats-officedocument.presentationml.slideLayout+xml"/>
  <Override PartName="/ppt/slides/slide81.xml" ContentType="application/vnd.openxmlformats-officedocument.presentationml.slide+xml"/>
  <Override PartName="/ppt/slideLayouts/slideLayout81.xml" ContentType="application/vnd.openxmlformats-officedocument.presentationml.slideLayout+xml"/>
  <Override PartName="/ppt/slides/slide82.xml" ContentType="application/vnd.openxmlformats-officedocument.presentationml.slide+xml"/>
  <Override PartName="/ppt/slideLayouts/slideLayout82.xml" ContentType="application/vnd.openxmlformats-officedocument.presentationml.slideLayout+xml"/>
  <Override PartName="/ppt/slides/slide83.xml" ContentType="application/vnd.openxmlformats-officedocument.presentationml.slide+xml"/>
  <Override PartName="/ppt/slideLayouts/slideLayout83.xml" ContentType="application/vnd.openxmlformats-officedocument.presentationml.slideLayout+xml"/>
  <Override PartName="/ppt/slides/slide84.xml" ContentType="application/vnd.openxmlformats-officedocument.presentationml.slide+xml"/>
  <Override PartName="/ppt/slideLayouts/slideLayout84.xml" ContentType="application/vnd.openxmlformats-officedocument.presentationml.slideLayout+xml"/>
  <Override PartName="/ppt/slides/slide85.xml" ContentType="application/vnd.openxmlformats-officedocument.presentationml.slide+xml"/>
  <Override PartName="/ppt/slideLayouts/slideLayout85.xml" ContentType="application/vnd.openxmlformats-officedocument.presentationml.slideLayout+xml"/>
  <Override PartName="/ppt/slides/slide86.xml" ContentType="application/vnd.openxmlformats-officedocument.presentationml.slide+xml"/>
  <Override PartName="/ppt/slideLayouts/slideLayout86.xml" ContentType="application/vnd.openxmlformats-officedocument.presentationml.slideLayout+xml"/>
  <Override PartName="/ppt/slides/slide87.xml" ContentType="application/vnd.openxmlformats-officedocument.presentationml.slide+xml"/>
  <Override PartName="/ppt/slideLayouts/slideLayout87.xml" ContentType="application/vnd.openxmlformats-officedocument.presentationml.slideLayout+xml"/>
  <Override PartName="/ppt/slides/slide88.xml" ContentType="application/vnd.openxmlformats-officedocument.presentationml.slide+xml"/>
  <Override PartName="/ppt/slideLayouts/slideLayout88.xml" ContentType="application/vnd.openxmlformats-officedocument.presentationml.slideLayout+xml"/>
  <Override PartName="/ppt/slides/slide89.xml" ContentType="application/vnd.openxmlformats-officedocument.presentationml.slide+xml"/>
  <Override PartName="/ppt/slideLayouts/slideLayout89.xml" ContentType="application/vnd.openxmlformats-officedocument.presentationml.slideLayout+xml"/>
  <Override PartName="/ppt/slides/slide90.xml" ContentType="application/vnd.openxmlformats-officedocument.presentationml.slide+xml"/>
  <Override PartName="/ppt/slideLayouts/slideLayout90.xml" ContentType="application/vnd.openxmlformats-officedocument.presentationml.slideLayout+xml"/>
  <Override PartName="/ppt/slides/slide91.xml" ContentType="application/vnd.openxmlformats-officedocument.presentationml.slide+xml"/>
  <Override PartName="/ppt/slideLayouts/slideLayout91.xml" ContentType="application/vnd.openxmlformats-officedocument.presentationml.slideLayout+xml"/>
  <Override PartName="/ppt/slides/slide92.xml" ContentType="application/vnd.openxmlformats-officedocument.presentationml.slide+xml"/>
  <Override PartName="/ppt/slideLayouts/slideLayout92.xml" ContentType="application/vnd.openxmlformats-officedocument.presentationml.slideLayout+xml"/>
  <Override PartName="/ppt/slides/slide93.xml" ContentType="application/vnd.openxmlformats-officedocument.presentationml.slide+xml"/>
  <Override PartName="/ppt/slideLayouts/slideLayout93.xml" ContentType="application/vnd.openxmlformats-officedocument.presentationml.slideLayout+xml"/>
  <Override PartName="/ppt/slides/slide94.xml" ContentType="application/vnd.openxmlformats-officedocument.presentationml.slide+xml"/>
  <Override PartName="/ppt/slideLayouts/slideLayout94.xml" ContentType="application/vnd.openxmlformats-officedocument.presentationml.slideLayout+xml"/>
  <Override PartName="/ppt/slides/slide95.xml" ContentType="application/vnd.openxmlformats-officedocument.presentationml.slide+xml"/>
  <Override PartName="/ppt/slideLayouts/slideLayout95.xml" ContentType="application/vnd.openxmlformats-officedocument.presentationml.slideLayout+xml"/>
  <Override PartName="/ppt/slides/slide96.xml" ContentType="application/vnd.openxmlformats-officedocument.presentationml.slide+xml"/>
  <Override PartName="/ppt/slideLayouts/slideLayout96.xml" ContentType="application/vnd.openxmlformats-officedocument.presentationml.slideLayout+xml"/>
  <Override PartName="/ppt/slides/slide97.xml" ContentType="application/vnd.openxmlformats-officedocument.presentationml.slide+xml"/>
  <Override PartName="/ppt/slideLayouts/slideLayout97.xml" ContentType="application/vnd.openxmlformats-officedocument.presentationml.slideLayout+xml"/>
  <Override PartName="/ppt/slides/slide98.xml" ContentType="application/vnd.openxmlformats-officedocument.presentationml.slide+xml"/>
  <Override PartName="/ppt/slideLayouts/slideLayout98.xml" ContentType="application/vnd.openxmlformats-officedocument.presentationml.slideLayout+xml"/>
  <Override PartName="/ppt/slides/slide99.xml" ContentType="application/vnd.openxmlformats-officedocument.presentationml.slide+xml"/>
  <Override PartName="/ppt/slideLayouts/slideLayout99.xml" ContentType="application/vnd.openxmlformats-officedocument.presentationml.slideLayout+xml"/>
  <Override PartName="/ppt/slides/slide100.xml" ContentType="application/vnd.openxmlformats-officedocument.presentationml.slide+xml"/>
  <Override PartName="/ppt/slideLayouts/slideLayout100.xml" ContentType="application/vnd.openxmlformats-officedocument.presentationml.slideLayout+xml"/>
  <Override PartName="/ppt/slides/slide101.xml" ContentType="application/vnd.openxmlformats-officedocument.presentationml.slide+xml"/>
  <Override PartName="/ppt/slideLayouts/slideLayout101.xml" ContentType="application/vnd.openxmlformats-officedocument.presentationml.slideLayout+xml"/>
  <Override PartName="/ppt/slides/slide102.xml" ContentType="application/vnd.openxmlformats-officedocument.presentationml.slide+xml"/>
  <Override PartName="/ppt/slideLayouts/slideLayout102.xml" ContentType="application/vnd.openxmlformats-officedocument.presentationml.slideLayout+xml"/>
  <Override PartName="/ppt/slides/slide103.xml" ContentType="application/vnd.openxmlformats-officedocument.presentationml.slide+xml"/>
  <Override PartName="/ppt/slideLayouts/slideLayout103.xml" ContentType="application/vnd.openxmlformats-officedocument.presentationml.slideLayout+xml"/>
  <Override PartName="/ppt/slides/slide104.xml" ContentType="application/vnd.openxmlformats-officedocument.presentationml.slide+xml"/>
  <Override PartName="/ppt/slideLayouts/slideLayout104.xml" ContentType="application/vnd.openxmlformats-officedocument.presentationml.slideLayout+xml"/>
  <Override PartName="/ppt/slides/slide105.xml" ContentType="application/vnd.openxmlformats-officedocument.presentationml.slide+xml"/>
  <Override PartName="/ppt/slideLayouts/slideLayout105.xml" ContentType="application/vnd.openxmlformats-officedocument.presentationml.slideLayout+xml"/>
  <Override PartName="/ppt/slides/slide106.xml" ContentType="application/vnd.openxmlformats-officedocument.presentationml.slide+xml"/>
  <Override PartName="/ppt/slideLayouts/slideLayout106.xml" ContentType="application/vnd.openxmlformats-officedocument.presentationml.slideLayout+xml"/>
  <Override PartName="/ppt/slides/slide107.xml" ContentType="application/vnd.openxmlformats-officedocument.presentationml.slide+xml"/>
  <Override PartName="/ppt/slideLayouts/slideLayout107.xml" ContentType="application/vnd.openxmlformats-officedocument.presentationml.slideLayout+xml"/>
  <Override PartName="/ppt/slides/slide108.xml" ContentType="application/vnd.openxmlformats-officedocument.presentationml.slide+xml"/>
  <Override PartName="/ppt/slideLayouts/slideLayout108.xml" ContentType="application/vnd.openxmlformats-officedocument.presentationml.slideLayout+xml"/>
  <Override PartName="/ppt/slides/slide109.xml" ContentType="application/vnd.openxmlformats-officedocument.presentationml.slide+xml"/>
  <Override PartName="/ppt/slideLayouts/slideLayout109.xml" ContentType="application/vnd.openxmlformats-officedocument.presentationml.slideLayout+xml"/>
  <Override PartName="/ppt/slides/slide110.xml" ContentType="application/vnd.openxmlformats-officedocument.presentationml.slide+xml"/>
  <Override PartName="/ppt/slideLayouts/slideLayout110.xml" ContentType="application/vnd.openxmlformats-officedocument.presentationml.slideLayout+xml"/>
  <Override PartName="/ppt/slides/slide111.xml" ContentType="application/vnd.openxmlformats-officedocument.presentationml.slide+xml"/>
  <Override PartName="/ppt/slideLayouts/slideLayout111.xml" ContentType="application/vnd.openxmlformats-officedocument.presentationml.slideLayout+xml"/>
  <Override PartName="/ppt/slides/slide112.xml" ContentType="application/vnd.openxmlformats-officedocument.presentationml.slide+xml"/>
  <Override PartName="/ppt/slideLayouts/slideLayout112.xml" ContentType="application/vnd.openxmlformats-officedocument.presentationml.slideLayout+xml"/>
  <Override PartName="/ppt/slides/slide113.xml" ContentType="application/vnd.openxmlformats-officedocument.presentationml.slide+xml"/>
  <Override PartName="/ppt/slideLayouts/slideLayout113.xml" ContentType="application/vnd.openxmlformats-officedocument.presentationml.slideLayout+xml"/>
  <Override PartName="/ppt/slides/slide114.xml" ContentType="application/vnd.openxmlformats-officedocument.presentationml.slide+xml"/>
  <Override PartName="/ppt/slideLayouts/slideLayout114.xml" ContentType="application/vnd.openxmlformats-officedocument.presentationml.slideLayout+xml"/>
  <Override PartName="/ppt/slides/slide115.xml" ContentType="application/vnd.openxmlformats-officedocument.presentationml.slide+xml"/>
  <Override PartName="/ppt/slideLayouts/slideLayout115.xml" ContentType="application/vnd.openxmlformats-officedocument.presentationml.slideLayout+xml"/>
  <Override PartName="/ppt/slides/slide116.xml" ContentType="application/vnd.openxmlformats-officedocument.presentationml.slide+xml"/>
  <Override PartName="/ppt/slideLayouts/slideLayout116.xml" ContentType="application/vnd.openxmlformats-officedocument.presentationml.slideLayout+xml"/>
  <Override PartName="/ppt/slides/slide117.xml" ContentType="application/vnd.openxmlformats-officedocument.presentationml.slide+xml"/>
  <Override PartName="/ppt/slideLayouts/slideLayout117.xml" ContentType="application/vnd.openxmlformats-officedocument.presentationml.slideLayout+xml"/>
  <Override PartName="/ppt/slides/slide118.xml" ContentType="application/vnd.openxmlformats-officedocument.presentationml.slide+xml"/>
  <Override PartName="/ppt/slideLayouts/slideLayout118.xml" ContentType="application/vnd.openxmlformats-officedocument.presentationml.slideLayout+xml"/>
  <Override PartName="/ppt/slides/slide119.xml" ContentType="application/vnd.openxmlformats-officedocument.presentationml.slide+xml"/>
  <Override PartName="/ppt/slideLayouts/slideLayout119.xml" ContentType="application/vnd.openxmlformats-officedocument.presentationml.slideLayout+xml"/>
  <Override PartName="/ppt/slides/slide120.xml" ContentType="application/vnd.openxmlformats-officedocument.presentationml.slide+xml"/>
  <Override PartName="/ppt/slideLayouts/slideLayout120.xml" ContentType="application/vnd.openxmlformats-officedocument.presentationml.slideLayout+xml"/>
  <Override PartName="/ppt/slides/slide121.xml" ContentType="application/vnd.openxmlformats-officedocument.presentationml.slide+xml"/>
  <Override PartName="/ppt/slideLayouts/slideLayout121.xml" ContentType="application/vnd.openxmlformats-officedocument.presentationml.slideLayout+xml"/>
  <Override PartName="/ppt/slides/slide122.xml" ContentType="application/vnd.openxmlformats-officedocument.presentationml.slide+xml"/>
  <Override PartName="/ppt/slideLayouts/slideLayout122.xml" ContentType="application/vnd.openxmlformats-officedocument.presentationml.slideLayout+xml"/>
  <Override PartName="/ppt/slides/slide123.xml" ContentType="application/vnd.openxmlformats-officedocument.presentationml.slide+xml"/>
  <Override PartName="/ppt/slideLayouts/slideLayout123.xml" ContentType="application/vnd.openxmlformats-officedocument.presentationml.slideLayout+xml"/>
  <Override PartName="/ppt/slides/slide124.xml" ContentType="application/vnd.openxmlformats-officedocument.presentationml.slide+xml"/>
  <Override PartName="/ppt/slideLayouts/slideLayout124.xml" ContentType="application/vnd.openxmlformats-officedocument.presentationml.slideLayout+xml"/>
  <Override PartName="/ppt/slides/slide125.xml" ContentType="application/vnd.openxmlformats-officedocument.presentationml.slide+xml"/>
  <Override PartName="/ppt/slideLayouts/slideLayout125.xml" ContentType="application/vnd.openxmlformats-officedocument.presentationml.slideLayout+xml"/>
  <Override PartName="/ppt/slides/slide126.xml" ContentType="application/vnd.openxmlformats-officedocument.presentationml.slide+xml"/>
  <Override PartName="/ppt/slideLayouts/slideLayout126.xml" ContentType="application/vnd.openxmlformats-officedocument.presentationml.slideLayout+xml"/>
  <Override PartName="/ppt/slides/slide127.xml" ContentType="application/vnd.openxmlformats-officedocument.presentationml.slide+xml"/>
  <Override PartName="/ppt/slideLayouts/slideLayout127.xml" ContentType="application/vnd.openxmlformats-officedocument.presentationml.slideLayout+xml"/>
  <Override PartName="/ppt/slides/slide128.xml" ContentType="application/vnd.openxmlformats-officedocument.presentationml.slide+xml"/>
  <Override PartName="/ppt/slideLayouts/slideLayout128.xml" ContentType="application/vnd.openxmlformats-officedocument.presentationml.slideLayout+xml"/>
  <Override PartName="/ppt/slides/slide129.xml" ContentType="application/vnd.openxmlformats-officedocument.presentationml.slide+xml"/>
  <Override PartName="/ppt/slideLayouts/slideLayout129.xml" ContentType="application/vnd.openxmlformats-officedocument.presentationml.slideLayout+xml"/>
  <Override PartName="/ppt/slides/slide130.xml" ContentType="application/vnd.openxmlformats-officedocument.presentationml.slide+xml"/>
  <Override PartName="/ppt/slideLayouts/slideLayout130.xml" ContentType="application/vnd.openxmlformats-officedocument.presentationml.slideLayout+xml"/>
  <Override PartName="/ppt/slides/slide131.xml" ContentType="application/vnd.openxmlformats-officedocument.presentationml.slide+xml"/>
  <Override PartName="/ppt/slideLayouts/slideLayout131.xml" ContentType="application/vnd.openxmlformats-officedocument.presentationml.slideLayout+xml"/>
  <Override PartName="/ppt/slides/slide132.xml" ContentType="application/vnd.openxmlformats-officedocument.presentationml.slide+xml"/>
  <Override PartName="/ppt/slideLayouts/slideLayout132.xml" ContentType="application/vnd.openxmlformats-officedocument.presentationml.slideLayout+xml"/>
  <Override PartName="/ppt/slides/slide133.xml" ContentType="application/vnd.openxmlformats-officedocument.presentationml.slide+xml"/>
  <Override PartName="/ppt/slideLayouts/slideLayout133.xml" ContentType="application/vnd.openxmlformats-officedocument.presentationml.slideLayout+xml"/>
  <Override PartName="/ppt/slides/slide134.xml" ContentType="application/vnd.openxmlformats-officedocument.presentationml.slide+xml"/>
  <Override PartName="/ppt/slideLayouts/slideLayout134.xml" ContentType="application/vnd.openxmlformats-officedocument.presentationml.slideLayout+xml"/>
  <Override PartName="/ppt/slides/slide135.xml" ContentType="application/vnd.openxmlformats-officedocument.presentationml.slide+xml"/>
  <Override PartName="/ppt/slideLayouts/slideLayout135.xml" ContentType="application/vnd.openxmlformats-officedocument.presentationml.slideLayout+xml"/>
  <Override PartName="/ppt/slides/slide136.xml" ContentType="application/vnd.openxmlformats-officedocument.presentationml.slide+xml"/>
  <Override PartName="/ppt/slideLayouts/slideLayout136.xml" ContentType="application/vnd.openxmlformats-officedocument.presentationml.slideLayout+xml"/>
  <Override PartName="/ppt/slides/slide137.xml" ContentType="application/vnd.openxmlformats-officedocument.presentationml.slide+xml"/>
  <Override PartName="/ppt/slideLayouts/slideLayout137.xml" ContentType="application/vnd.openxmlformats-officedocument.presentationml.slideLayout+xml"/>
  <Override PartName="/ppt/slides/slide138.xml" ContentType="application/vnd.openxmlformats-officedocument.presentationml.slide+xml"/>
  <Override PartName="/ppt/slideLayouts/slideLayout138.xml" ContentType="application/vnd.openxmlformats-officedocument.presentationml.slideLayout+xml"/>
  <Override PartName="/ppt/slides/slide139.xml" ContentType="application/vnd.openxmlformats-officedocument.presentationml.slide+xml"/>
  <Override PartName="/ppt/slideLayouts/slideLayout139.xml" ContentType="application/vnd.openxmlformats-officedocument.presentationml.slideLayout+xml"/>
  <Override PartName="/ppt/slides/slide140.xml" ContentType="application/vnd.openxmlformats-officedocument.presentationml.slide+xml"/>
  <Override PartName="/ppt/slideLayouts/slideLayout140.xml" ContentType="application/vnd.openxmlformats-officedocument.presentationml.slideLayout+xml"/>
  <Override PartName="/ppt/slides/slide141.xml" ContentType="application/vnd.openxmlformats-officedocument.presentationml.slide+xml"/>
  <Override PartName="/ppt/slideLayouts/slideLayout141.xml" ContentType="application/vnd.openxmlformats-officedocument.presentationml.slideLayout+xml"/>
  <Override PartName="/ppt/slides/slide142.xml" ContentType="application/vnd.openxmlformats-officedocument.presentationml.slide+xml"/>
  <Override PartName="/ppt/slideLayouts/slideLayout142.xml" ContentType="application/vnd.openxmlformats-officedocument.presentationml.slideLayout+xml"/>
  <Override PartName="/ppt/slides/slide143.xml" ContentType="application/vnd.openxmlformats-officedocument.presentationml.slide+xml"/>
  <Override PartName="/ppt/slideLayouts/slideLayout143.xml" ContentType="application/vnd.openxmlformats-officedocument.presentationml.slideLayout+xml"/>
  <Override PartName="/ppt/slides/slide144.xml" ContentType="application/vnd.openxmlformats-officedocument.presentationml.slide+xml"/>
  <Override PartName="/ppt/slideLayouts/slideLayout144.xml" ContentType="application/vnd.openxmlformats-officedocument.presentationml.slideLayout+xml"/>
  <Override PartName="/ppt/slides/slide145.xml" ContentType="application/vnd.openxmlformats-officedocument.presentationml.slide+xml"/>
  <Override PartName="/ppt/slideLayouts/slideLayout145.xml" ContentType="application/vnd.openxmlformats-officedocument.presentationml.slideLayout+xml"/>
  <Override PartName="/ppt/slides/slide146.xml" ContentType="application/vnd.openxmlformats-officedocument.presentationml.slide+xml"/>
  <Override PartName="/ppt/slideLayouts/slideLayout146.xml" ContentType="application/vnd.openxmlformats-officedocument.presentationml.slideLayout+xml"/>
  <Override PartName="/ppt/slides/slide147.xml" ContentType="application/vnd.openxmlformats-officedocument.presentationml.slide+xml"/>
  <Override PartName="/ppt/slideLayouts/slideLayout147.xml" ContentType="application/vnd.openxmlformats-officedocument.presentationml.slideLayout+xml"/>
  <Override PartName="/ppt/slides/slide148.xml" ContentType="application/vnd.openxmlformats-officedocument.presentationml.slide+xml"/>
  <Override PartName="/ppt/slideLayouts/slideLayout148.xml" ContentType="application/vnd.openxmlformats-officedocument.presentationml.slideLayout+xml"/>
  <Override PartName="/ppt/slides/slide149.xml" ContentType="application/vnd.openxmlformats-officedocument.presentationml.slide+xml"/>
  <Override PartName="/ppt/slideLayouts/slideLayout149.xml" ContentType="application/vnd.openxmlformats-officedocument.presentationml.slideLayout+xml"/>
  <Override PartName="/ppt/slides/slide150.xml" ContentType="application/vnd.openxmlformats-officedocument.presentationml.slide+xml"/>
  <Override PartName="/ppt/slideLayouts/slideLayout150.xml" ContentType="application/vnd.openxmlformats-officedocument.presentationml.slideLayout+xml"/>
  <Override PartName="/ppt/slides/slide151.xml" ContentType="application/vnd.openxmlformats-officedocument.presentationml.slide+xml"/>
  <Override PartName="/ppt/slideLayouts/slideLayout151.xml" ContentType="application/vnd.openxmlformats-officedocument.presentationml.slideLayout+xml"/>
  <Override PartName="/ppt/slides/slide152.xml" ContentType="application/vnd.openxmlformats-officedocument.presentationml.slide+xml"/>
  <Override PartName="/ppt/slideLayouts/slideLayout152.xml" ContentType="application/vnd.openxmlformats-officedocument.presentationml.slideLayout+xml"/>
  <Override PartName="/ppt/slides/slide153.xml" ContentType="application/vnd.openxmlformats-officedocument.presentationml.slide+xml"/>
  <Override PartName="/ppt/slideLayouts/slideLayout153.xml" ContentType="application/vnd.openxmlformats-officedocument.presentationml.slideLayout+xml"/>
  <Override PartName="/ppt/slides/slide154.xml" ContentType="application/vnd.openxmlformats-officedocument.presentationml.slide+xml"/>
  <Override PartName="/ppt/slideLayouts/slideLayout154.xml" ContentType="application/vnd.openxmlformats-officedocument.presentationml.slideLayout+xml"/>
  <Override PartName="/ppt/slides/slide155.xml" ContentType="application/vnd.openxmlformats-officedocument.presentationml.slide+xml"/>
  <Override PartName="/ppt/slideLayouts/slideLayout155.xml" ContentType="application/vnd.openxmlformats-officedocument.presentationml.slideLayout+xml"/>
  <Override PartName="/ppt/slides/slide156.xml" ContentType="application/vnd.openxmlformats-officedocument.presentationml.slide+xml"/>
  <Override PartName="/ppt/slideLayouts/slideLayout156.xml" ContentType="application/vnd.openxmlformats-officedocument.presentationml.slideLayout+xml"/>
  <Override PartName="/ppt/slides/slide157.xml" ContentType="application/vnd.openxmlformats-officedocument.presentationml.slide+xml"/>
  <Override PartName="/ppt/slideLayouts/slideLayout157.xml" ContentType="application/vnd.openxmlformats-officedocument.presentationml.slideLayout+xml"/>
  <Override PartName="/ppt/slides/slide158.xml" ContentType="application/vnd.openxmlformats-officedocument.presentationml.slide+xml"/>
  <Override PartName="/ppt/slideLayouts/slideLayout158.xml" ContentType="application/vnd.openxmlformats-officedocument.presentationml.slideLayout+xml"/>
  <Override PartName="/ppt/slides/slide159.xml" ContentType="application/vnd.openxmlformats-officedocument.presentationml.slide+xml"/>
  <Override PartName="/ppt/slideLayouts/slideLayout159.xml" ContentType="application/vnd.openxmlformats-officedocument.presentationml.slideLayout+xml"/>
  <Override PartName="/ppt/slides/slide160.xml" ContentType="application/vnd.openxmlformats-officedocument.presentationml.slide+xml"/>
  <Override PartName="/ppt/slideLayouts/slideLayout160.xml" ContentType="application/vnd.openxmlformats-officedocument.presentationml.slideLayout+xml"/>
  <Override PartName="/ppt/slides/slide161.xml" ContentType="application/vnd.openxmlformats-officedocument.presentationml.slide+xml"/>
  <Override PartName="/ppt/slideLayouts/slideLayout161.xml" ContentType="application/vnd.openxmlformats-officedocument.presentationml.slideLayout+xml"/>
  <Override PartName="/ppt/slides/slide162.xml" ContentType="application/vnd.openxmlformats-officedocument.presentationml.slide+xml"/>
  <Override PartName="/ppt/slideLayouts/slideLayout162.xml" ContentType="application/vnd.openxmlformats-officedocument.presentationml.slideLayout+xml"/>
  <Override PartName="/ppt/slides/slide163.xml" ContentType="application/vnd.openxmlformats-officedocument.presentationml.slide+xml"/>
  <Override PartName="/ppt/slideLayouts/slideLayout163.xml" ContentType="application/vnd.openxmlformats-officedocument.presentationml.slideLayout+xml"/>
  <Override PartName="/ppt/slides/slide164.xml" ContentType="application/vnd.openxmlformats-officedocument.presentationml.slide+xml"/>
  <Override PartName="/ppt/slideLayouts/slideLayout164.xml" ContentType="application/vnd.openxmlformats-officedocument.presentationml.slideLayout+xml"/>
  <Override PartName="/ppt/slides/slide165.xml" ContentType="application/vnd.openxmlformats-officedocument.presentationml.slide+xml"/>
  <Override PartName="/ppt/slideLayouts/slideLayout165.xml" ContentType="application/vnd.openxmlformats-officedocument.presentationml.slideLayout+xml"/>
  <Override PartName="/ppt/slides/slide166.xml" ContentType="application/vnd.openxmlformats-officedocument.presentationml.slide+xml"/>
  <Override PartName="/ppt/slideLayouts/slideLayout166.xml" ContentType="application/vnd.openxmlformats-officedocument.presentationml.slideLayout+xml"/>
  <Override PartName="/ppt/slides/slide167.xml" ContentType="application/vnd.openxmlformats-officedocument.presentationml.slide+xml"/>
  <Override PartName="/ppt/slideLayouts/slideLayout167.xml" ContentType="application/vnd.openxmlformats-officedocument.presentationml.slideLayout+xml"/>
  <Override PartName="/ppt/slides/slide168.xml" ContentType="application/vnd.openxmlformats-officedocument.presentationml.slide+xml"/>
  <Override PartName="/ppt/slideLayouts/slideLayout168.xml" ContentType="application/vnd.openxmlformats-officedocument.presentationml.slideLayout+xml"/>
  <Override PartName="/ppt/slides/slide169.xml" ContentType="application/vnd.openxmlformats-officedocument.presentationml.slide+xml"/>
  <Override PartName="/ppt/slideLayouts/slideLayout169.xml" ContentType="application/vnd.openxmlformats-officedocument.presentationml.slideLayout+xml"/>
  <Override PartName="/ppt/slides/slide170.xml" ContentType="application/vnd.openxmlformats-officedocument.presentationml.slide+xml"/>
  <Override PartName="/ppt/slideLayouts/slideLayout170.xml" ContentType="application/vnd.openxmlformats-officedocument.presentationml.slideLayout+xml"/>
  <Override PartName="/ppt/slides/slide171.xml" ContentType="application/vnd.openxmlformats-officedocument.presentationml.slide+xml"/>
  <Override PartName="/ppt/slideLayouts/slideLayout171.xml" ContentType="application/vnd.openxmlformats-officedocument.presentationml.slideLayout+xml"/>
  <Override PartName="/ppt/slides/slide172.xml" ContentType="application/vnd.openxmlformats-officedocument.presentationml.slide+xml"/>
  <Override PartName="/ppt/slideLayouts/slideLayout172.xml" ContentType="application/vnd.openxmlformats-officedocument.presentationml.slideLayout+xml"/>
  <Override PartName="/ppt/slides/slide173.xml" ContentType="application/vnd.openxmlformats-officedocument.presentationml.slide+xml"/>
  <Override PartName="/ppt/slideLayouts/slideLayout173.xml" ContentType="application/vnd.openxmlformats-officedocument.presentationml.slideLayout+xml"/>
  <Override PartName="/ppt/slides/slide174.xml" ContentType="application/vnd.openxmlformats-officedocument.presentationml.slide+xml"/>
  <Override PartName="/ppt/slideLayouts/slideLayout174.xml" ContentType="application/vnd.openxmlformats-officedocument.presentationml.slideLayout+xml"/>
  <Override PartName="/ppt/slides/slide175.xml" ContentType="application/vnd.openxmlformats-officedocument.presentationml.slide+xml"/>
  <Override PartName="/ppt/slideLayouts/slideLayout175.xml" ContentType="application/vnd.openxmlformats-officedocument.presentationml.slideLayout+xml"/>
  <Override PartName="/ppt/slides/slide176.xml" ContentType="application/vnd.openxmlformats-officedocument.presentationml.slide+xml"/>
  <Override PartName="/ppt/slideLayouts/slideLayout176.xml" ContentType="application/vnd.openxmlformats-officedocument.presentationml.slideLayout+xml"/>
  <Override PartName="/ppt/slides/slide177.xml" ContentType="application/vnd.openxmlformats-officedocument.presentationml.slide+xml"/>
  <Override PartName="/ppt/slideLayouts/slideLayout177.xml" ContentType="application/vnd.openxmlformats-officedocument.presentationml.slideLayout+xml"/>
  <Override PartName="/ppt/slides/slide178.xml" ContentType="application/vnd.openxmlformats-officedocument.presentationml.slide+xml"/>
  <Override PartName="/ppt/slideLayouts/slideLayout178.xml" ContentType="application/vnd.openxmlformats-officedocument.presentationml.slideLayout+xml"/>
  <Override PartName="/ppt/slides/slide179.xml" ContentType="application/vnd.openxmlformats-officedocument.presentationml.slide+xml"/>
  <Override PartName="/ppt/slideLayouts/slideLayout179.xml" ContentType="application/vnd.openxmlformats-officedocument.presentationml.slideLayout+xml"/>
  <Override PartName="/ppt/slides/slide180.xml" ContentType="application/vnd.openxmlformats-officedocument.presentationml.slide+xml"/>
  <Override PartName="/ppt/slideLayouts/slideLayout180.xml" ContentType="application/vnd.openxmlformats-officedocument.presentationml.slideLayout+xml"/>
  <Override PartName="/ppt/slides/slide181.xml" ContentType="application/vnd.openxmlformats-officedocument.presentationml.slide+xml"/>
  <Override PartName="/ppt/slideLayouts/slideLayout181.xml" ContentType="application/vnd.openxmlformats-officedocument.presentationml.slideLayout+xml"/>
  <Override PartName="/ppt/slides/slide182.xml" ContentType="application/vnd.openxmlformats-officedocument.presentationml.slide+xml"/>
  <Override PartName="/ppt/slideLayouts/slideLayout182.xml" ContentType="application/vnd.openxmlformats-officedocument.presentationml.slideLayout+xml"/>
  <Override PartName="/ppt/slides/slide183.xml" ContentType="application/vnd.openxmlformats-officedocument.presentationml.slide+xml"/>
  <Override PartName="/ppt/slideLayouts/slideLayout183.xml" ContentType="application/vnd.openxmlformats-officedocument.presentationml.slideLayout+xml"/>
  <Override PartName="/ppt/slides/slide184.xml" ContentType="application/vnd.openxmlformats-officedocument.presentationml.slide+xml"/>
  <Override PartName="/ppt/slideLayouts/slideLayout184.xml" ContentType="application/vnd.openxmlformats-officedocument.presentationml.slideLayout+xml"/>
  <Override PartName="/ppt/slides/slide185.xml" ContentType="application/vnd.openxmlformats-officedocument.presentationml.slide+xml"/>
  <Override PartName="/ppt/slideLayouts/slideLayout185.xml" ContentType="application/vnd.openxmlformats-officedocument.presentationml.slideLayout+xml"/>
  <Override PartName="/ppt/slides/slide186.xml" ContentType="application/vnd.openxmlformats-officedocument.presentationml.slide+xml"/>
  <Override PartName="/ppt/slideLayouts/slideLayout186.xml" ContentType="application/vnd.openxmlformats-officedocument.presentationml.slideLayout+xml"/>
  <Override PartName="/ppt/slides/slide187.xml" ContentType="application/vnd.openxmlformats-officedocument.presentationml.slide+xml"/>
  <Override PartName="/ppt/slideLayouts/slideLayout187.xml" ContentType="application/vnd.openxmlformats-officedocument.presentationml.slideLayout+xml"/>
  <Override PartName="/ppt/slides/slide188.xml" ContentType="application/vnd.openxmlformats-officedocument.presentationml.slide+xml"/>
  <Override PartName="/ppt/slideLayouts/slideLayout188.xml" ContentType="application/vnd.openxmlformats-officedocument.presentationml.slideLayout+xml"/>
  <Override PartName="/ppt/slides/slide189.xml" ContentType="application/vnd.openxmlformats-officedocument.presentationml.slide+xml"/>
  <Override PartName="/ppt/slideLayouts/slideLayout189.xml" ContentType="application/vnd.openxmlformats-officedocument.presentationml.slideLayout+xml"/>
  <Override PartName="/ppt/slides/slide190.xml" ContentType="application/vnd.openxmlformats-officedocument.presentationml.slide+xml"/>
  <Override PartName="/ppt/slideLayouts/slideLayout190.xml" ContentType="application/vnd.openxmlformats-officedocument.presentationml.slideLayout+xml"/>
  <Override PartName="/ppt/slides/slide191.xml" ContentType="application/vnd.openxmlformats-officedocument.presentationml.slide+xml"/>
  <Override PartName="/ppt/slideLayouts/slideLayout191.xml" ContentType="application/vnd.openxmlformats-officedocument.presentationml.slideLayout+xml"/>
  <Override PartName="/ppt/slides/slide192.xml" ContentType="application/vnd.openxmlformats-officedocument.presentationml.slide+xml"/>
  <Override PartName="/ppt/slideLayouts/slideLayout192.xml" ContentType="application/vnd.openxmlformats-officedocument.presentationml.slideLayout+xml"/>
  <Override PartName="/ppt/slides/slide193.xml" ContentType="application/vnd.openxmlformats-officedocument.presentationml.slide+xml"/>
  <Override PartName="/ppt/slideLayouts/slideLayout193.xml" ContentType="application/vnd.openxmlformats-officedocument.presentationml.slideLayout+xml"/>
  <Override PartName="/ppt/slides/slide194.xml" ContentType="application/vnd.openxmlformats-officedocument.presentationml.slide+xml"/>
  <Override PartName="/ppt/slideLayouts/slideLayout194.xml" ContentType="application/vnd.openxmlformats-officedocument.presentationml.slideLayout+xml"/>
  <Override PartName="/ppt/slides/slide195.xml" ContentType="application/vnd.openxmlformats-officedocument.presentationml.slide+xml"/>
  <Override PartName="/ppt/slideLayouts/slideLayout195.xml" ContentType="application/vnd.openxmlformats-officedocument.presentationml.slideLayout+xml"/>
  <Override PartName="/ppt/slides/slide196.xml" ContentType="application/vnd.openxmlformats-officedocument.presentationml.slide+xml"/>
  <Override PartName="/ppt/slideLayouts/slideLayout196.xml" ContentType="application/vnd.openxmlformats-officedocument.presentationml.slideLayout+xml"/>
  <Override PartName="/ppt/slides/slide197.xml" ContentType="application/vnd.openxmlformats-officedocument.presentationml.slide+xml"/>
  <Override PartName="/ppt/slideLayouts/slideLayout197.xml" ContentType="application/vnd.openxmlformats-officedocument.presentationml.slideLayout+xml"/>
  <Override PartName="/ppt/slides/slide198.xml" ContentType="application/vnd.openxmlformats-officedocument.presentationml.slide+xml"/>
  <Override PartName="/ppt/slideLayouts/slideLayout198.xml" ContentType="application/vnd.openxmlformats-officedocument.presentationml.slideLayout+xml"/>
  <Override PartName="/ppt/slides/slide199.xml" ContentType="application/vnd.openxmlformats-officedocument.presentationml.slide+xml"/>
  <Override PartName="/ppt/slideLayouts/slideLayout199.xml" ContentType="application/vnd.openxmlformats-officedocument.presentationml.slideLayout+xml"/>
  <Override PartName="/ppt/slides/slide200.xml" ContentType="application/vnd.openxmlformats-officedocument.presentationml.slide+xml"/>
  <Override PartName="/ppt/slideLayouts/slideLayout200.xml" ContentType="application/vnd.openxmlformats-officedocument.presentationml.slideLayout+xml"/>
  <Override PartName="/ppt/slides/slide201.xml" ContentType="application/vnd.openxmlformats-officedocument.presentationml.slide+xml"/>
  <Override PartName="/ppt/slideLayouts/slideLayout201.xml" ContentType="application/vnd.openxmlformats-officedocument.presentationml.slideLayout+xml"/>
  <Override PartName="/ppt/slides/slide202.xml" ContentType="application/vnd.openxmlformats-officedocument.presentationml.slide+xml"/>
  <Override PartName="/ppt/slideLayouts/slideLayout202.xml" ContentType="application/vnd.openxmlformats-officedocument.presentationml.slideLayout+xml"/>
  <Override PartName="/ppt/slides/slide203.xml" ContentType="application/vnd.openxmlformats-officedocument.presentationml.slide+xml"/>
  <Override PartName="/ppt/slideLayouts/slideLayout203.xml" ContentType="application/vnd.openxmlformats-officedocument.presentationml.slideLayout+xml"/>
  <Override PartName="/ppt/slides/slide204.xml" ContentType="application/vnd.openxmlformats-officedocument.presentationml.slide+xml"/>
  <Override PartName="/ppt/slideLayouts/slideLayout204.xml" ContentType="application/vnd.openxmlformats-officedocument.presentationml.slideLayout+xml"/>
  <Override PartName="/ppt/slides/slide205.xml" ContentType="application/vnd.openxmlformats-officedocument.presentationml.slide+xml"/>
  <Override PartName="/ppt/slideLayouts/slideLayout205.xml" ContentType="application/vnd.openxmlformats-officedocument.presentationml.slideLayout+xml"/>
  <Override PartName="/ppt/slides/slide206.xml" ContentType="application/vnd.openxmlformats-officedocument.presentationml.slide+xml"/>
  <Override PartName="/ppt/slideLayouts/slideLayout206.xml" ContentType="application/vnd.openxmlformats-officedocument.presentationml.slideLayout+xml"/>
  <Override PartName="/ppt/slides/slide207.xml" ContentType="application/vnd.openxmlformats-officedocument.presentationml.slide+xml"/>
  <Override PartName="/ppt/slideLayouts/slideLayout207.xml" ContentType="application/vnd.openxmlformats-officedocument.presentationml.slideLayout+xml"/>
  <Override PartName="/ppt/slides/slide208.xml" ContentType="application/vnd.openxmlformats-officedocument.presentationml.slide+xml"/>
  <Override PartName="/ppt/slideLayouts/slideLayout208.xml" ContentType="application/vnd.openxmlformats-officedocument.presentationml.slideLayout+xml"/>
  <Override PartName="/ppt/slides/slide209.xml" ContentType="application/vnd.openxmlformats-officedocument.presentationml.slide+xml"/>
  <Override PartName="/ppt/slideLayouts/slideLayout209.xml" ContentType="application/vnd.openxmlformats-officedocument.presentationml.slideLayout+xml"/>
  <Override PartName="/ppt/slides/slide210.xml" ContentType="application/vnd.openxmlformats-officedocument.presentationml.slide+xml"/>
  <Override PartName="/ppt/slideLayouts/slideLayout210.xml" ContentType="application/vnd.openxmlformats-officedocument.presentationml.slideLayout+xml"/>
  <Override PartName="/ppt/slides/slide211.xml" ContentType="application/vnd.openxmlformats-officedocument.presentationml.slide+xml"/>
  <Override PartName="/ppt/slideLayouts/slideLayout211.xml" ContentType="application/vnd.openxmlformats-officedocument.presentationml.slideLayout+xml"/>
  <Override PartName="/ppt/slides/slide212.xml" ContentType="application/vnd.openxmlformats-officedocument.presentationml.slide+xml"/>
  <Override PartName="/ppt/slideLayouts/slideLayout212.xml" ContentType="application/vnd.openxmlformats-officedocument.presentationml.slideLayout+xml"/>
  <Override PartName="/ppt/slides/slide213.xml" ContentType="application/vnd.openxmlformats-officedocument.presentationml.slide+xml"/>
  <Override PartName="/ppt/slideLayouts/slideLayout213.xml" ContentType="application/vnd.openxmlformats-officedocument.presentationml.slideLayout+xml"/>
  <Override PartName="/ppt/slides/slide214.xml" ContentType="application/vnd.openxmlformats-officedocument.presentationml.slide+xml"/>
  <Override PartName="/ppt/slideLayouts/slideLayout214.xml" ContentType="application/vnd.openxmlformats-officedocument.presentationml.slideLayout+xml"/>
  <Override PartName="/ppt/slides/slide215.xml" ContentType="application/vnd.openxmlformats-officedocument.presentationml.slide+xml"/>
  <Override PartName="/ppt/slideLayouts/slideLayout215.xml" ContentType="application/vnd.openxmlformats-officedocument.presentationml.slideLayout+xml"/>
  <Override PartName="/ppt/slides/slide216.xml" ContentType="application/vnd.openxmlformats-officedocument.presentationml.slide+xml"/>
  <Override PartName="/ppt/slideLayouts/slideLayout216.xml" ContentType="application/vnd.openxmlformats-officedocument.presentationml.slideLayout+xml"/>
  <Override PartName="/ppt/slides/slide217.xml" ContentType="application/vnd.openxmlformats-officedocument.presentationml.slide+xml"/>
  <Override PartName="/ppt/slideLayouts/slideLayout217.xml" ContentType="application/vnd.openxmlformats-officedocument.presentationml.slideLayout+xml"/>
  <Override PartName="/ppt/slides/slide218.xml" ContentType="application/vnd.openxmlformats-officedocument.presentationml.slide+xml"/>
  <Override PartName="/ppt/slideLayouts/slideLayout218.xml" ContentType="application/vnd.openxmlformats-officedocument.presentationml.slideLayout+xml"/>
  <Override PartName="/ppt/slides/slide219.xml" ContentType="application/vnd.openxmlformats-officedocument.presentationml.slide+xml"/>
  <Override PartName="/ppt/slideLayouts/slideLayout219.xml" ContentType="application/vnd.openxmlformats-officedocument.presentationml.slideLayout+xml"/>
  <Override PartName="/ppt/slides/slide220.xml" ContentType="application/vnd.openxmlformats-officedocument.presentationml.slide+xml"/>
  <Override PartName="/ppt/slideLayouts/slideLayout220.xml" ContentType="application/vnd.openxmlformats-officedocument.presentationml.slideLayout+xml"/>
  <Override PartName="/ppt/slides/slide221.xml" ContentType="application/vnd.openxmlformats-officedocument.presentationml.slide+xml"/>
  <Override PartName="/ppt/slideLayouts/slideLayout221.xml" ContentType="application/vnd.openxmlformats-officedocument.presentationml.slideLayout+xml"/>
  <Override PartName="/ppt/slides/slide222.xml" ContentType="application/vnd.openxmlformats-officedocument.presentationml.slide+xml"/>
  <Override PartName="/ppt/slideLayouts/slideLayout222.xml" ContentType="application/vnd.openxmlformats-officedocument.presentationml.slideLayout+xml"/>
  <Override PartName="/ppt/slides/slide223.xml" ContentType="application/vnd.openxmlformats-officedocument.presentationml.slide+xml"/>
  <Override PartName="/ppt/slideLayouts/slideLayout223.xml" ContentType="application/vnd.openxmlformats-officedocument.presentationml.slideLayout+xml"/>
  <Override PartName="/ppt/slides/slide224.xml" ContentType="application/vnd.openxmlformats-officedocument.presentationml.slide+xml"/>
  <Override PartName="/ppt/slideLayouts/slideLayout224.xml" ContentType="application/vnd.openxmlformats-officedocument.presentationml.slideLayout+xml"/>
  <Override PartName="/ppt/slides/slide225.xml" ContentType="application/vnd.openxmlformats-officedocument.presentationml.slide+xml"/>
  <Override PartName="/ppt/slideLayouts/slideLayout225.xml" ContentType="application/vnd.openxmlformats-officedocument.presentationml.slideLayout+xml"/>
  <Override PartName="/ppt/slides/slide226.xml" ContentType="application/vnd.openxmlformats-officedocument.presentationml.slide+xml"/>
  <Override PartName="/ppt/slideLayouts/slideLayout226.xml" ContentType="application/vnd.openxmlformats-officedocument.presentationml.slideLayout+xml"/>
  <Override PartName="/ppt/slides/slide227.xml" ContentType="application/vnd.openxmlformats-officedocument.presentationml.slide+xml"/>
  <Override PartName="/ppt/slideLayouts/slideLayout227.xml" ContentType="application/vnd.openxmlformats-officedocument.presentationml.slideLayout+xml"/>
  <Override PartName="/ppt/slides/slide228.xml" ContentType="application/vnd.openxmlformats-officedocument.presentationml.slide+xml"/>
  <Override PartName="/ppt/slideLayouts/slideLayout228.xml" ContentType="application/vnd.openxmlformats-officedocument.presentationml.slideLayout+xml"/>
  <Override PartName="/ppt/slides/slide229.xml" ContentType="application/vnd.openxmlformats-officedocument.presentationml.slide+xml"/>
  <Override PartName="/ppt/slideLayouts/slideLayout229.xml" ContentType="application/vnd.openxmlformats-officedocument.presentationml.slideLayout+xml"/>
  <Override PartName="/ppt/slides/slide230.xml" ContentType="application/vnd.openxmlformats-officedocument.presentationml.slide+xml"/>
  <Override PartName="/ppt/slideLayouts/slideLayout230.xml" ContentType="application/vnd.openxmlformats-officedocument.presentationml.slideLayout+xml"/>
  <Override PartName="/ppt/slides/slide231.xml" ContentType="application/vnd.openxmlformats-officedocument.presentationml.slide+xml"/>
  <Override PartName="/ppt/slideLayouts/slideLayout231.xml" ContentType="application/vnd.openxmlformats-officedocument.presentationml.slideLayout+xml"/>
  <Override PartName="/ppt/slides/slide232.xml" ContentType="application/vnd.openxmlformats-officedocument.presentationml.slide+xml"/>
  <Override PartName="/ppt/slideLayouts/slideLayout232.xml" ContentType="application/vnd.openxmlformats-officedocument.presentationml.slideLayout+xml"/>
  <Override PartName="/ppt/slides/slide233.xml" ContentType="application/vnd.openxmlformats-officedocument.presentationml.slide+xml"/>
  <Override PartName="/ppt/slideLayouts/slideLayout233.xml" ContentType="application/vnd.openxmlformats-officedocument.presentationml.slideLayout+xml"/>
  <Override PartName="/ppt/slides/slide234.xml" ContentType="application/vnd.openxmlformats-officedocument.presentationml.slide+xml"/>
  <Override PartName="/ppt/slideLayouts/slideLayout234.xml" ContentType="application/vnd.openxmlformats-officedocument.presentationml.slideLayout+xml"/>
  <Override PartName="/ppt/slides/slide235.xml" ContentType="application/vnd.openxmlformats-officedocument.presentationml.slide+xml"/>
  <Override PartName="/ppt/slideLayouts/slideLayout235.xml" ContentType="application/vnd.openxmlformats-officedocument.presentationml.slideLayout+xml"/>
  <Override PartName="/ppt/slides/slide236.xml" ContentType="application/vnd.openxmlformats-officedocument.presentationml.slide+xml"/>
  <Override PartName="/ppt/slideLayouts/slideLayout236.xml" ContentType="application/vnd.openxmlformats-officedocument.presentationml.slideLayout+xml"/>
  <Override PartName="/ppt/slides/slide237.xml" ContentType="application/vnd.openxmlformats-officedocument.presentationml.slide+xml"/>
  <Override PartName="/ppt/slideLayouts/slideLayout237.xml" ContentType="application/vnd.openxmlformats-officedocument.presentationml.slideLayout+xml"/>
  <Override PartName="/ppt/slides/slide238.xml" ContentType="application/vnd.openxmlformats-officedocument.presentationml.slide+xml"/>
  <Override PartName="/ppt/slideLayouts/slideLayout238.xml" ContentType="application/vnd.openxmlformats-officedocument.presentationml.slideLayout+xml"/>
  <Override PartName="/ppt/slides/slide239.xml" ContentType="application/vnd.openxmlformats-officedocument.presentationml.slide+xml"/>
  <Override PartName="/ppt/slideLayouts/slideLayout239.xml" ContentType="application/vnd.openxmlformats-officedocument.presentationml.slideLayout+xml"/>
  <Override PartName="/ppt/slides/slide240.xml" ContentType="application/vnd.openxmlformats-officedocument.presentationml.slide+xml"/>
  <Override PartName="/ppt/slideLayouts/slideLayout240.xml" ContentType="application/vnd.openxmlformats-officedocument.presentationml.slideLayout+xml"/>
  <Override PartName="/ppt/slides/slide241.xml" ContentType="application/vnd.openxmlformats-officedocument.presentationml.slide+xml"/>
  <Override PartName="/ppt/slideLayouts/slideLayout241.xml" ContentType="application/vnd.openxmlformats-officedocument.presentationml.slideLayout+xml"/>
  <Override PartName="/ppt/slides/slide242.xml" ContentType="application/vnd.openxmlformats-officedocument.presentationml.slide+xml"/>
  <Override PartName="/ppt/slideLayouts/slideLayout242.xml" ContentType="application/vnd.openxmlformats-officedocument.presentationml.slideLayout+xml"/>
  <Override PartName="/ppt/slides/slide243.xml" ContentType="application/vnd.openxmlformats-officedocument.presentationml.slide+xml"/>
  <Override PartName="/ppt/slideLayouts/slideLayout243.xml" ContentType="application/vnd.openxmlformats-officedocument.presentationml.slideLayout+xml"/>
  <Override PartName="/ppt/slides/slide244.xml" ContentType="application/vnd.openxmlformats-officedocument.presentationml.slide+xml"/>
  <Override PartName="/ppt/slideLayouts/slideLayout244.xml" ContentType="application/vnd.openxmlformats-officedocument.presentationml.slideLayout+xml"/>
  <Override PartName="/ppt/slides/slide245.xml" ContentType="application/vnd.openxmlformats-officedocument.presentationml.slide+xml"/>
  <Override PartName="/ppt/slideLayouts/slideLayout245.xml" ContentType="application/vnd.openxmlformats-officedocument.presentationml.slideLayout+xml"/>
  <Override PartName="/ppt/slides/slide246.xml" ContentType="application/vnd.openxmlformats-officedocument.presentationml.slide+xml"/>
  <Override PartName="/ppt/slideLayouts/slideLayout246.xml" ContentType="application/vnd.openxmlformats-officedocument.presentationml.slideLayout+xml"/>
  <Override PartName="/ppt/slides/slide247.xml" ContentType="application/vnd.openxmlformats-officedocument.presentationml.slide+xml"/>
  <Override PartName="/ppt/slideLayouts/slideLayout247.xml" ContentType="application/vnd.openxmlformats-officedocument.presentationml.slideLayout+xml"/>
  <Override PartName="/ppt/slides/slide248.xml" ContentType="application/vnd.openxmlformats-officedocument.presentationml.slide+xml"/>
  <Override PartName="/ppt/slideLayouts/slideLayout248.xml" ContentType="application/vnd.openxmlformats-officedocument.presentationml.slideLayout+xml"/>
  <Override PartName="/ppt/slides/slide249.xml" ContentType="application/vnd.openxmlformats-officedocument.presentationml.slide+xml"/>
  <Override PartName="/ppt/slideLayouts/slideLayout249.xml" ContentType="application/vnd.openxmlformats-officedocument.presentationml.slideLayout+xml"/>
  <Override PartName="/ppt/slides/slide250.xml" ContentType="application/vnd.openxmlformats-officedocument.presentationml.slide+xml"/>
  <Override PartName="/ppt/slideLayouts/slideLayout250.xml" ContentType="application/vnd.openxmlformats-officedocument.presentationml.slideLayout+xml"/>
  <Override PartName="/ppt/slides/slide251.xml" ContentType="application/vnd.openxmlformats-officedocument.presentationml.slide+xml"/>
  <Override PartName="/ppt/slideLayouts/slideLayout251.xml" ContentType="application/vnd.openxmlformats-officedocument.presentationml.slideLayout+xml"/>
  <Override PartName="/ppt/slides/slide252.xml" ContentType="application/vnd.openxmlformats-officedocument.presentationml.slide+xml"/>
  <Override PartName="/ppt/slideLayouts/slideLayout252.xml" ContentType="application/vnd.openxmlformats-officedocument.presentationml.slideLayout+xml"/>
  <Override PartName="/ppt/slides/slide253.xml" ContentType="application/vnd.openxmlformats-officedocument.presentationml.slide+xml"/>
  <Override PartName="/ppt/slideLayouts/slideLayout253.xml" ContentType="application/vnd.openxmlformats-officedocument.presentationml.slideLayout+xml"/>
  <Override PartName="/ppt/slides/slide254.xml" ContentType="application/vnd.openxmlformats-officedocument.presentationml.slide+xml"/>
  <Override PartName="/ppt/slideLayouts/slideLayout254.xml" ContentType="application/vnd.openxmlformats-officedocument.presentationml.slideLayout+xml"/>
  <Override PartName="/ppt/slides/slide255.xml" ContentType="application/vnd.openxmlformats-officedocument.presentationml.slide+xml"/>
  <Override PartName="/ppt/slideLayouts/slideLayout255.xml" ContentType="application/vnd.openxmlformats-officedocument.presentationml.slideLayout+xml"/>
  <Override PartName="/ppt/slides/slide256.xml" ContentType="application/vnd.openxmlformats-officedocument.presentationml.slide+xml"/>
  <Override PartName="/ppt/slideLayouts/slideLayout256.xml" ContentType="application/vnd.openxmlformats-officedocument.presentationml.slideLayout+xml"/>
  <Override PartName="/ppt/slides/slide257.xml" ContentType="application/vnd.openxmlformats-officedocument.presentationml.slide+xml"/>
  <Override PartName="/ppt/slideLayouts/slideLayout257.xml" ContentType="application/vnd.openxmlformats-officedocument.presentationml.slideLayout+xml"/>
  <Override PartName="/ppt/slides/slide258.xml" ContentType="application/vnd.openxmlformats-officedocument.presentationml.slide+xml"/>
  <Override PartName="/ppt/slideLayouts/slideLayout258.xml" ContentType="application/vnd.openxmlformats-officedocument.presentationml.slideLayout+xml"/>
  <Override PartName="/ppt/slides/slide259.xml" ContentType="application/vnd.openxmlformats-officedocument.presentationml.slide+xml"/>
  <Override PartName="/ppt/slideLayouts/slideLayout259.xml" ContentType="application/vnd.openxmlformats-officedocument.presentationml.slideLayout+xml"/>
  <Override PartName="/ppt/slides/slide260.xml" ContentType="application/vnd.openxmlformats-officedocument.presentationml.slide+xml"/>
  <Override PartName="/ppt/slideLayouts/slideLayout260.xml" ContentType="application/vnd.openxmlformats-officedocument.presentationml.slideLayout+xml"/>
  <Override PartName="/ppt/slides/slide261.xml" ContentType="application/vnd.openxmlformats-officedocument.presentationml.slide+xml"/>
  <Override PartName="/ppt/slideLayouts/slideLayout261.xml" ContentType="application/vnd.openxmlformats-officedocument.presentationml.slideLayout+xml"/>
  <Override PartName="/ppt/slides/slide262.xml" ContentType="application/vnd.openxmlformats-officedocument.presentationml.slide+xml"/>
  <Override PartName="/ppt/slideLayouts/slideLayout262.xml" ContentType="application/vnd.openxmlformats-officedocument.presentationml.slideLayout+xml"/>
  <Override PartName="/ppt/slides/slide263.xml" ContentType="application/vnd.openxmlformats-officedocument.presentationml.slide+xml"/>
  <Override PartName="/ppt/slideLayouts/slideLayout263.xml" ContentType="application/vnd.openxmlformats-officedocument.presentationml.slideLayout+xml"/>
  <Override PartName="/ppt/slides/slide264.xml" ContentType="application/vnd.openxmlformats-officedocument.presentationml.slide+xml"/>
  <Override PartName="/ppt/slideLayouts/slideLayout264.xml" ContentType="application/vnd.openxmlformats-officedocument.presentationml.slideLayout+xml"/>
  <Override PartName="/ppt/slides/slide265.xml" ContentType="application/vnd.openxmlformats-officedocument.presentationml.slide+xml"/>
  <Override PartName="/ppt/slideLayouts/slideLayout265.xml" ContentType="application/vnd.openxmlformats-officedocument.presentationml.slideLayout+xml"/>
  <Override PartName="/ppt/slides/slide266.xml" ContentType="application/vnd.openxmlformats-officedocument.presentationml.slide+xml"/>
  <Override PartName="/ppt/slideLayouts/slideLayout266.xml" ContentType="application/vnd.openxmlformats-officedocument.presentationml.slideLayout+xml"/>
  <Override PartName="/ppt/slides/slide267.xml" ContentType="application/vnd.openxmlformats-officedocument.presentationml.slide+xml"/>
  <Override PartName="/ppt/slideLayouts/slideLayout267.xml" ContentType="application/vnd.openxmlformats-officedocument.presentationml.slideLayout+xml"/>
  <Override PartName="/ppt/slides/slide268.xml" ContentType="application/vnd.openxmlformats-officedocument.presentationml.slide+xml"/>
  <Override PartName="/ppt/slideLayouts/slideLayout268.xml" ContentType="application/vnd.openxmlformats-officedocument.presentationml.slideLayout+xml"/>
  <Override PartName="/ppt/slides/slide269.xml" ContentType="application/vnd.openxmlformats-officedocument.presentationml.slide+xml"/>
  <Override PartName="/ppt/slideLayouts/slideLayout269.xml" ContentType="application/vnd.openxmlformats-officedocument.presentationml.slideLayout+xml"/>
  <Override PartName="/ppt/slides/slide270.xml" ContentType="application/vnd.openxmlformats-officedocument.presentationml.slide+xml"/>
  <Override PartName="/ppt/slideLayouts/slideLayout270.xml" ContentType="application/vnd.openxmlformats-officedocument.presentationml.slideLayout+xml"/>
  <Override PartName="/ppt/slides/slide271.xml" ContentType="application/vnd.openxmlformats-officedocument.presentationml.slide+xml"/>
  <Override PartName="/ppt/slideLayouts/slideLayout271.xml" ContentType="application/vnd.openxmlformats-officedocument.presentationml.slideLayout+xml"/>
  <Override PartName="/ppt/slides/slide272.xml" ContentType="application/vnd.openxmlformats-officedocument.presentationml.slide+xml"/>
  <Override PartName="/ppt/slideLayouts/slideLayout272.xml" ContentType="application/vnd.openxmlformats-officedocument.presentationml.slideLayout+xml"/>
  <Override PartName="/ppt/slides/slide273.xml" ContentType="application/vnd.openxmlformats-officedocument.presentationml.slide+xml"/>
  <Override PartName="/ppt/slideLayouts/slideLayout273.xml" ContentType="application/vnd.openxmlformats-officedocument.presentationml.slideLayout+xml"/>
  <Override PartName="/ppt/slides/slide274.xml" ContentType="application/vnd.openxmlformats-officedocument.presentationml.slide+xml"/>
  <Override PartName="/ppt/slideLayouts/slideLayout274.xml" ContentType="application/vnd.openxmlformats-officedocument.presentationml.slideLayout+xml"/>
  <Override PartName="/ppt/slides/slide275.xml" ContentType="application/vnd.openxmlformats-officedocument.presentationml.slide+xml"/>
  <Override PartName="/ppt/slideLayouts/slideLayout275.xml" ContentType="application/vnd.openxmlformats-officedocument.presentationml.slideLayout+xml"/>
  <Override PartName="/ppt/slides/slide276.xml" ContentType="application/vnd.openxmlformats-officedocument.presentationml.slide+xml"/>
  <Override PartName="/ppt/slideLayouts/slideLayout276.xml" ContentType="application/vnd.openxmlformats-officedocument.presentationml.slideLayout+xml"/>
  <Override PartName="/ppt/slides/slide277.xml" ContentType="application/vnd.openxmlformats-officedocument.presentationml.slide+xml"/>
  <Override PartName="/ppt/slideLayouts/slideLayout277.xml" ContentType="application/vnd.openxmlformats-officedocument.presentationml.slideLayout+xml"/>
  <Override PartName="/ppt/slides/slide278.xml" ContentType="application/vnd.openxmlformats-officedocument.presentationml.slide+xml"/>
  <Override PartName="/ppt/slideLayouts/slideLayout278.xml" ContentType="application/vnd.openxmlformats-officedocument.presentationml.slideLayout+xml"/>
  <Override PartName="/ppt/slides/slide279.xml" ContentType="application/vnd.openxmlformats-officedocument.presentationml.slide+xml"/>
  <Override PartName="/ppt/slideLayouts/slideLayout279.xml" ContentType="application/vnd.openxmlformats-officedocument.presentationml.slideLayout+xml"/>
  <Override PartName="/ppt/slides/slide280.xml" ContentType="application/vnd.openxmlformats-officedocument.presentationml.slide+xml"/>
  <Override PartName="/ppt/slideLayouts/slideLayout280.xml" ContentType="application/vnd.openxmlformats-officedocument.presentationml.slideLayout+xml"/>
  <Override PartName="/ppt/slides/slide281.xml" ContentType="application/vnd.openxmlformats-officedocument.presentationml.slide+xml"/>
  <Override PartName="/ppt/slideLayouts/slideLayout281.xml" ContentType="application/vnd.openxmlformats-officedocument.presentationml.slideLayout+xml"/>
  <Override PartName="/ppt/slides/slide282.xml" ContentType="application/vnd.openxmlformats-officedocument.presentationml.slide+xml"/>
  <Override PartName="/ppt/slideLayouts/slideLayout282.xml" ContentType="application/vnd.openxmlformats-officedocument.presentationml.slideLayout+xml"/>
  <Override PartName="/ppt/slides/slide283.xml" ContentType="application/vnd.openxmlformats-officedocument.presentationml.slide+xml"/>
  <Override PartName="/ppt/slideLayouts/slideLayout283.xml" ContentType="application/vnd.openxmlformats-officedocument.presentationml.slideLayout+xml"/>
  <Override PartName="/ppt/slides/slide284.xml" ContentType="application/vnd.openxmlformats-officedocument.presentationml.slide+xml"/>
  <Override PartName="/ppt/slideLayouts/slideLayout284.xml" ContentType="application/vnd.openxmlformats-officedocument.presentationml.slideLayout+xml"/>
  <Override PartName="/ppt/slides/slide285.xml" ContentType="application/vnd.openxmlformats-officedocument.presentationml.slide+xml"/>
  <Override PartName="/ppt/slideLayouts/slideLayout285.xml" ContentType="application/vnd.openxmlformats-officedocument.presentationml.slideLayout+xml"/>
  <Override PartName="/ppt/slides/slide286.xml" ContentType="application/vnd.openxmlformats-officedocument.presentationml.slide+xml"/>
  <Override PartName="/ppt/slideLayouts/slideLayout286.xml" ContentType="application/vnd.openxmlformats-officedocument.presentationml.slideLayout+xml"/>
  <Override PartName="/ppt/slides/slide287.xml" ContentType="application/vnd.openxmlformats-officedocument.presentationml.slide+xml"/>
  <Override PartName="/ppt/slideLayouts/slideLayout287.xml" ContentType="application/vnd.openxmlformats-officedocument.presentationml.slideLayout+xml"/>
  <Override PartName="/ppt/slides/slide288.xml" ContentType="application/vnd.openxmlformats-officedocument.presentationml.slide+xml"/>
  <Override PartName="/ppt/slideLayouts/slideLayout288.xml" ContentType="application/vnd.openxmlformats-officedocument.presentationml.slideLayout+xml"/>
  <Override PartName="/ppt/slides/slide289.xml" ContentType="application/vnd.openxmlformats-officedocument.presentationml.slide+xml"/>
  <Override PartName="/ppt/slideLayouts/slideLayout289.xml" ContentType="application/vnd.openxmlformats-officedocument.presentationml.slideLayout+xml"/>
  <Override PartName="/ppt/slides/slide290.xml" ContentType="application/vnd.openxmlformats-officedocument.presentationml.slide+xml"/>
  <Override PartName="/ppt/slideLayouts/slideLayout290.xml" ContentType="application/vnd.openxmlformats-officedocument.presentationml.slideLayout+xml"/>
  <Override PartName="/ppt/slides/slide291.xml" ContentType="application/vnd.openxmlformats-officedocument.presentationml.slide+xml"/>
  <Override PartName="/ppt/slideLayouts/slideLayout291.xml" ContentType="application/vnd.openxmlformats-officedocument.presentationml.slideLayout+xml"/>
  <Override PartName="/ppt/slides/slide292.xml" ContentType="application/vnd.openxmlformats-officedocument.presentationml.slide+xml"/>
  <Override PartName="/ppt/slideLayouts/slideLayout292.xml" ContentType="application/vnd.openxmlformats-officedocument.presentationml.slideLayout+xml"/>
  <Override PartName="/ppt/slides/slide293.xml" ContentType="application/vnd.openxmlformats-officedocument.presentationml.slide+xml"/>
  <Override PartName="/ppt/slideLayouts/slideLayout293.xml" ContentType="application/vnd.openxmlformats-officedocument.presentationml.slideLayout+xml"/>
  <Override PartName="/ppt/slides/slide294.xml" ContentType="application/vnd.openxmlformats-officedocument.presentationml.slide+xml"/>
  <Override PartName="/ppt/slideLayouts/slideLayout294.xml" ContentType="application/vnd.openxmlformats-officedocument.presentationml.slideLayout+xml"/>
  <Override PartName="/ppt/slides/slide295.xml" ContentType="application/vnd.openxmlformats-officedocument.presentationml.slide+xml"/>
  <Override PartName="/ppt/slideLayouts/slideLayout295.xml" ContentType="application/vnd.openxmlformats-officedocument.presentationml.slideLayout+xml"/>
  <Override PartName="/ppt/slides/slide296.xml" ContentType="application/vnd.openxmlformats-officedocument.presentationml.slide+xml"/>
  <Override PartName="/ppt/slideLayouts/slideLayout296.xml" ContentType="application/vnd.openxmlformats-officedocument.presentationml.slideLayout+xml"/>
  <Override PartName="/ppt/slides/slide297.xml" ContentType="application/vnd.openxmlformats-officedocument.presentationml.slide+xml"/>
  <Override PartName="/ppt/slideLayouts/slideLayout297.xml" ContentType="application/vnd.openxmlformats-officedocument.presentationml.slideLayout+xml"/>
  <Override PartName="/ppt/slides/slide298.xml" ContentType="application/vnd.openxmlformats-officedocument.presentationml.slide+xml"/>
  <Override PartName="/ppt/slideLayouts/slideLayout298.xml" ContentType="application/vnd.openxmlformats-officedocument.presentationml.slideLayout+xml"/>
  <Override PartName="/ppt/slides/slide299.xml" ContentType="application/vnd.openxmlformats-officedocument.presentationml.slide+xml"/>
  <Override PartName="/ppt/slideLayouts/slideLayout299.xml" ContentType="application/vnd.openxmlformats-officedocument.presentationml.slideLayout+xml"/>
  <Override PartName="/ppt/slides/slide300.xml" ContentType="application/vnd.openxmlformats-officedocument.presentationml.slide+xml"/>
  <Override PartName="/ppt/slideLayouts/slideLayout300.xml" ContentType="application/vnd.openxmlformats-officedocument.presentationml.slideLayout+xml"/>
  <Override PartName="/ppt/slides/slide301.xml" ContentType="application/vnd.openxmlformats-officedocument.presentationml.slide+xml"/>
  <Override PartName="/ppt/slideLayouts/slideLayout301.xml" ContentType="application/vnd.openxmlformats-officedocument.presentationml.slideLayout+xml"/>
  <Override PartName="/ppt/slides/slide302.xml" ContentType="application/vnd.openxmlformats-officedocument.presentationml.slide+xml"/>
  <Override PartName="/ppt/slideLayouts/slideLayout302.xml" ContentType="application/vnd.openxmlformats-officedocument.presentationml.slideLayout+xml"/>
  <Override PartName="/ppt/slides/slide303.xml" ContentType="application/vnd.openxmlformats-officedocument.presentationml.slide+xml"/>
  <Override PartName="/ppt/slideLayouts/slideLayout303.xml" ContentType="application/vnd.openxmlformats-officedocument.presentationml.slideLayout+xml"/>
  <Override PartName="/ppt/slides/slide304.xml" ContentType="application/vnd.openxmlformats-officedocument.presentationml.slide+xml"/>
  <Override PartName="/ppt/slideLayouts/slideLayout304.xml" ContentType="application/vnd.openxmlformats-officedocument.presentationml.slideLayout+xml"/>
  <Override PartName="/ppt/slides/slide305.xml" ContentType="application/vnd.openxmlformats-officedocument.presentationml.slide+xml"/>
  <Override PartName="/ppt/slideLayouts/slideLayout305.xml" ContentType="application/vnd.openxmlformats-officedocument.presentationml.slideLayout+xml"/>
  <Override PartName="/ppt/slides/slide306.xml" ContentType="application/vnd.openxmlformats-officedocument.presentationml.slide+xml"/>
  <Override PartName="/ppt/slideLayouts/slideLayout306.xml" ContentType="application/vnd.openxmlformats-officedocument.presentationml.slideLayout+xml"/>
  <Override PartName="/ppt/slides/slide307.xml" ContentType="application/vnd.openxmlformats-officedocument.presentationml.slide+xml"/>
  <Override PartName="/ppt/slideLayouts/slideLayout307.xml" ContentType="application/vnd.openxmlformats-officedocument.presentationml.slideLayout+xml"/>
  <Override PartName="/ppt/slides/slide308.xml" ContentType="application/vnd.openxmlformats-officedocument.presentationml.slide+xml"/>
  <Override PartName="/ppt/slideLayouts/slideLayout308.xml" ContentType="application/vnd.openxmlformats-officedocument.presentationml.slideLayout+xml"/>
  <Override PartName="/ppt/slides/slide309.xml" ContentType="application/vnd.openxmlformats-officedocument.presentationml.slide+xml"/>
  <Override PartName="/ppt/slideLayouts/slideLayout309.xml" ContentType="application/vnd.openxmlformats-officedocument.presentationml.slideLayout+xml"/>
  <Override PartName="/ppt/slides/slide310.xml" ContentType="application/vnd.openxmlformats-officedocument.presentationml.slide+xml"/>
  <Override PartName="/ppt/slideLayouts/slideLayout310.xml" ContentType="application/vnd.openxmlformats-officedocument.presentationml.slideLayout+xml"/>
  <Override PartName="/ppt/slides/slide311.xml" ContentType="application/vnd.openxmlformats-officedocument.presentationml.slide+xml"/>
  <Override PartName="/ppt/slideLayouts/slideLayout311.xml" ContentType="application/vnd.openxmlformats-officedocument.presentationml.slideLayout+xml"/>
  <Override PartName="/ppt/slides/slide312.xml" ContentType="application/vnd.openxmlformats-officedocument.presentationml.slide+xml"/>
  <Override PartName="/ppt/slideLayouts/slideLayout312.xml" ContentType="application/vnd.openxmlformats-officedocument.presentationml.slideLayout+xml"/>
  <Override PartName="/ppt/slides/slide313.xml" ContentType="application/vnd.openxmlformats-officedocument.presentationml.slide+xml"/>
  <Override PartName="/ppt/slideLayouts/slideLayout313.xml" ContentType="application/vnd.openxmlformats-officedocument.presentationml.slideLayout+xml"/>
  <Override PartName="/ppt/slides/slide314.xml" ContentType="application/vnd.openxmlformats-officedocument.presentationml.slide+xml"/>
  <Override PartName="/ppt/slideLayouts/slideLayout314.xml" ContentType="application/vnd.openxmlformats-officedocument.presentationml.slideLayout+xml"/>
  <Override PartName="/ppt/slides/slide315.xml" ContentType="application/vnd.openxmlformats-officedocument.presentationml.slide+xml"/>
  <Override PartName="/ppt/slideLayouts/slideLayout315.xml" ContentType="application/vnd.openxmlformats-officedocument.presentationml.slideLayout+xml"/>
  <Override PartName="/ppt/slides/slide316.xml" ContentType="application/vnd.openxmlformats-officedocument.presentationml.slide+xml"/>
  <Override PartName="/ppt/slideLayouts/slideLayout316.xml" ContentType="application/vnd.openxmlformats-officedocument.presentationml.slideLayout+xml"/>
  <Override PartName="/ppt/slides/slide317.xml" ContentType="application/vnd.openxmlformats-officedocument.presentationml.slide+xml"/>
  <Override PartName="/ppt/slideLayouts/slideLayout317.xml" ContentType="application/vnd.openxmlformats-officedocument.presentationml.slideLayout+xml"/>
  <Override PartName="/ppt/slides/slide318.xml" ContentType="application/vnd.openxmlformats-officedocument.presentationml.slide+xml"/>
  <Override PartName="/ppt/slideLayouts/slideLayout318.xml" ContentType="application/vnd.openxmlformats-officedocument.presentationml.slideLayout+xml"/>
  <Override PartName="/ppt/slides/slide319.xml" ContentType="application/vnd.openxmlformats-officedocument.presentationml.slide+xml"/>
  <Override PartName="/ppt/slideLayouts/slideLayout319.xml" ContentType="application/vnd.openxmlformats-officedocument.presentationml.slideLayout+xml"/>
  <Override PartName="/ppt/slides/slide320.xml" ContentType="application/vnd.openxmlformats-officedocument.presentationml.slide+xml"/>
  <Override PartName="/ppt/slideLayouts/slideLayout320.xml" ContentType="application/vnd.openxmlformats-officedocument.presentationml.slideLayout+xml"/>
  <Override PartName="/ppt/slides/slide321.xml" ContentType="application/vnd.openxmlformats-officedocument.presentationml.slide+xml"/>
  <Override PartName="/ppt/slideLayouts/slideLayout321.xml" ContentType="application/vnd.openxmlformats-officedocument.presentationml.slideLayout+xml"/>
  <Override PartName="/ppt/slides/slide322.xml" ContentType="application/vnd.openxmlformats-officedocument.presentationml.slide+xml"/>
  <Override PartName="/ppt/slideLayouts/slideLayout322.xml" ContentType="application/vnd.openxmlformats-officedocument.presentationml.slideLayout+xml"/>
  <Override PartName="/ppt/slides/slide323.xml" ContentType="application/vnd.openxmlformats-officedocument.presentationml.slide+xml"/>
  <Override PartName="/ppt/slideLayouts/slideLayout323.xml" ContentType="application/vnd.openxmlformats-officedocument.presentationml.slideLayout+xml"/>
  <Override PartName="/ppt/slides/slide324.xml" ContentType="application/vnd.openxmlformats-officedocument.presentationml.slide+xml"/>
  <Override PartName="/ppt/slideLayouts/slideLayout324.xml" ContentType="application/vnd.openxmlformats-officedocument.presentationml.slideLayout+xml"/>
  <Override PartName="/ppt/slides/slide325.xml" ContentType="application/vnd.openxmlformats-officedocument.presentationml.slide+xml"/>
  <Override PartName="/ppt/slideLayouts/slideLayout325.xml" ContentType="application/vnd.openxmlformats-officedocument.presentationml.slideLayout+xml"/>
  <Override PartName="/ppt/slides/slide326.xml" ContentType="application/vnd.openxmlformats-officedocument.presentationml.slide+xml"/>
  <Override PartName="/ppt/slideLayouts/slideLayout326.xml" ContentType="application/vnd.openxmlformats-officedocument.presentationml.slideLayout+xml"/>
  <Override PartName="/ppt/slides/slide327.xml" ContentType="application/vnd.openxmlformats-officedocument.presentationml.slide+xml"/>
  <Override PartName="/ppt/slideLayouts/slideLayout327.xml" ContentType="application/vnd.openxmlformats-officedocument.presentationml.slideLayout+xml"/>
  <Override PartName="/ppt/slides/slide328.xml" ContentType="application/vnd.openxmlformats-officedocument.presentationml.slide+xml"/>
  <Override PartName="/ppt/slideLayouts/slideLayout328.xml" ContentType="application/vnd.openxmlformats-officedocument.presentationml.slideLayout+xml"/>
  <Override PartName="/ppt/slides/slide329.xml" ContentType="application/vnd.openxmlformats-officedocument.presentationml.slide+xml"/>
  <Override PartName="/ppt/slideLayouts/slideLayout329.xml" ContentType="application/vnd.openxmlformats-officedocument.presentationml.slideLayout+xml"/>
  <Override PartName="/ppt/slides/slide330.xml" ContentType="application/vnd.openxmlformats-officedocument.presentationml.slide+xml"/>
  <Override PartName="/ppt/slideLayouts/slideLayout330.xml" ContentType="application/vnd.openxmlformats-officedocument.presentationml.slideLayout+xml"/>
  <Override PartName="/ppt/slides/slide331.xml" ContentType="application/vnd.openxmlformats-officedocument.presentationml.slide+xml"/>
  <Override PartName="/ppt/slideLayouts/slideLayout331.xml" ContentType="application/vnd.openxmlformats-officedocument.presentationml.slideLayout+xml"/>
  <Override PartName="/ppt/slides/slide332.xml" ContentType="application/vnd.openxmlformats-officedocument.presentationml.slide+xml"/>
  <Override PartName="/ppt/slideLayouts/slideLayout332.xml" ContentType="application/vnd.openxmlformats-officedocument.presentationml.slideLayout+xml"/>
  <Override PartName="/ppt/slides/slide333.xml" ContentType="application/vnd.openxmlformats-officedocument.presentationml.slide+xml"/>
  <Override PartName="/ppt/slideLayouts/slideLayout333.xml" ContentType="application/vnd.openxmlformats-officedocument.presentationml.slideLayout+xml"/>
  <Override PartName="/ppt/slides/slide334.xml" ContentType="application/vnd.openxmlformats-officedocument.presentationml.slide+xml"/>
  <Override PartName="/ppt/slideLayouts/slideLayout334.xml" ContentType="application/vnd.openxmlformats-officedocument.presentationml.slideLayout+xml"/>
  <Override PartName="/ppt/slides/slide335.xml" ContentType="application/vnd.openxmlformats-officedocument.presentationml.slide+xml"/>
  <Override PartName="/ppt/slideLayouts/slideLayout335.xml" ContentType="application/vnd.openxmlformats-officedocument.presentationml.slideLayout+xml"/>
  <Override PartName="/ppt/slides/slide336.xml" ContentType="application/vnd.openxmlformats-officedocument.presentationml.slide+xml"/>
  <Override PartName="/ppt/slideLayouts/slideLayout336.xml" ContentType="application/vnd.openxmlformats-officedocument.presentationml.slideLayout+xml"/>
  <Override PartName="/ppt/slides/slide337.xml" ContentType="application/vnd.openxmlformats-officedocument.presentationml.slide+xml"/>
  <Override PartName="/ppt/slideLayouts/slideLayout337.xml" ContentType="application/vnd.openxmlformats-officedocument.presentationml.slideLayout+xml"/>
  <Override PartName="/ppt/slides/slide338.xml" ContentType="application/vnd.openxmlformats-officedocument.presentationml.slide+xml"/>
  <Override PartName="/ppt/slideLayouts/slideLayout338.xml" ContentType="application/vnd.openxmlformats-officedocument.presentationml.slideLayout+xml"/>
  <Override PartName="/ppt/slides/slide339.xml" ContentType="application/vnd.openxmlformats-officedocument.presentationml.slide+xml"/>
  <Override PartName="/ppt/slideLayouts/slideLayout339.xml" ContentType="application/vnd.openxmlformats-officedocument.presentationml.slideLayout+xml"/>
  <Override PartName="/ppt/slides/slide340.xml" ContentType="application/vnd.openxmlformats-officedocument.presentationml.slide+xml"/>
  <Override PartName="/ppt/slideLayouts/slideLayout340.xml" ContentType="application/vnd.openxmlformats-officedocument.presentationml.slideLayout+xml"/>
  <Override PartName="/ppt/slides/slide341.xml" ContentType="application/vnd.openxmlformats-officedocument.presentationml.slide+xml"/>
  <Override PartName="/ppt/slideLayouts/slideLayout341.xml" ContentType="application/vnd.openxmlformats-officedocument.presentationml.slideLayout+xml"/>
  <Override PartName="/ppt/slides/slide342.xml" ContentType="application/vnd.openxmlformats-officedocument.presentationml.slide+xml"/>
  <Override PartName="/ppt/slideLayouts/slideLayout342.xml" ContentType="application/vnd.openxmlformats-officedocument.presentationml.slideLayout+xml"/>
  <Override PartName="/ppt/slides/slide343.xml" ContentType="application/vnd.openxmlformats-officedocument.presentationml.slide+xml"/>
  <Override PartName="/ppt/slideLayouts/slideLayout343.xml" ContentType="application/vnd.openxmlformats-officedocument.presentationml.slideLayout+xml"/>
  <Override PartName="/ppt/slides/slide344.xml" ContentType="application/vnd.openxmlformats-officedocument.presentationml.slide+xml"/>
  <Override PartName="/ppt/slideLayouts/slideLayout344.xml" ContentType="application/vnd.openxmlformats-officedocument.presentationml.slideLayout+xml"/>
  <Override PartName="/ppt/slides/slide345.xml" ContentType="application/vnd.openxmlformats-officedocument.presentationml.slide+xml"/>
  <Override PartName="/ppt/slideLayouts/slideLayout345.xml" ContentType="application/vnd.openxmlformats-officedocument.presentationml.slideLayout+xml"/>
  <Override PartName="/ppt/slides/slide346.xml" ContentType="application/vnd.openxmlformats-officedocument.presentationml.slide+xml"/>
  <Override PartName="/ppt/slideLayouts/slideLayout346.xml" ContentType="application/vnd.openxmlformats-officedocument.presentationml.slideLayout+xml"/>
  <Override PartName="/ppt/slides/slide347.xml" ContentType="application/vnd.openxmlformats-officedocument.presentationml.slide+xml"/>
  <Override PartName="/ppt/slideLayouts/slideLayout347.xml" ContentType="application/vnd.openxmlformats-officedocument.presentationml.slideLayout+xml"/>
  <Override PartName="/ppt/slides/slide348.xml" ContentType="application/vnd.openxmlformats-officedocument.presentationml.slide+xml"/>
  <Override PartName="/ppt/slideLayouts/slideLayout348.xml" ContentType="application/vnd.openxmlformats-officedocument.presentationml.slideLayout+xml"/>
  <Override PartName="/ppt/slides/slide349.xml" ContentType="application/vnd.openxmlformats-officedocument.presentationml.slide+xml"/>
  <Override PartName="/ppt/slideLayouts/slideLayout349.xml" ContentType="application/vnd.openxmlformats-officedocument.presentationml.slideLayout+xml"/>
  <Override PartName="/ppt/slides/slide350.xml" ContentType="application/vnd.openxmlformats-officedocument.presentationml.slide+xml"/>
  <Override PartName="/ppt/slideLayouts/slideLayout350.xml" ContentType="application/vnd.openxmlformats-officedocument.presentationml.slideLayout+xml"/>
  <Override PartName="/ppt/slides/slide351.xml" ContentType="application/vnd.openxmlformats-officedocument.presentationml.slide+xml"/>
  <Override PartName="/ppt/slideLayouts/slideLayout351.xml" ContentType="application/vnd.openxmlformats-officedocument.presentationml.slideLayout+xml"/>
  <Override PartName="/ppt/slides/slide352.xml" ContentType="application/vnd.openxmlformats-officedocument.presentationml.slide+xml"/>
  <Override PartName="/ppt/slideLayouts/slideLayout352.xml" ContentType="application/vnd.openxmlformats-officedocument.presentationml.slideLayout+xml"/>
  <Override PartName="/ppt/slides/slide353.xml" ContentType="application/vnd.openxmlformats-officedocument.presentationml.slide+xml"/>
  <Override PartName="/ppt/slideLayouts/slideLayout353.xml" ContentType="application/vnd.openxmlformats-officedocument.presentationml.slideLayout+xml"/>
  <Override PartName="/ppt/slides/slide354.xml" ContentType="application/vnd.openxmlformats-officedocument.presentationml.slide+xml"/>
  <Override PartName="/ppt/slideLayouts/slideLayout354.xml" ContentType="application/vnd.openxmlformats-officedocument.presentationml.slideLayout+xml"/>
  <Override PartName="/ppt/slides/slide355.xml" ContentType="application/vnd.openxmlformats-officedocument.presentationml.slide+xml"/>
  <Override PartName="/ppt/slideLayouts/slideLayout355.xml" ContentType="application/vnd.openxmlformats-officedocument.presentationml.slideLayout+xml"/>
  <Override PartName="/ppt/slides/slide356.xml" ContentType="application/vnd.openxmlformats-officedocument.presentationml.slide+xml"/>
  <Override PartName="/ppt/slideLayouts/slideLayout356.xml" ContentType="application/vnd.openxmlformats-officedocument.presentationml.slideLayout+xml"/>
  <Override PartName="/ppt/slides/slide357.xml" ContentType="application/vnd.openxmlformats-officedocument.presentationml.slide+xml"/>
  <Override PartName="/ppt/slideLayouts/slideLayout357.xml" ContentType="application/vnd.openxmlformats-officedocument.presentationml.slideLayout+xml"/>
  <Override PartName="/ppt/slides/slide358.xml" ContentType="application/vnd.openxmlformats-officedocument.presentationml.slide+xml"/>
  <Override PartName="/ppt/slideLayouts/slideLayout358.xml" ContentType="application/vnd.openxmlformats-officedocument.presentationml.slideLayout+xml"/>
  <Override PartName="/ppt/slides/slide359.xml" ContentType="application/vnd.openxmlformats-officedocument.presentationml.slide+xml"/>
  <Override PartName="/ppt/slideLayouts/slideLayout359.xml" ContentType="application/vnd.openxmlformats-officedocument.presentationml.slideLayout+xml"/>
  <Override PartName="/ppt/slides/slide360.xml" ContentType="application/vnd.openxmlformats-officedocument.presentationml.slide+xml"/>
  <Override PartName="/ppt/slideLayouts/slideLayout360.xml" ContentType="application/vnd.openxmlformats-officedocument.presentationml.slideLayout+xml"/>
  <Override PartName="/ppt/slides/slide361.xml" ContentType="application/vnd.openxmlformats-officedocument.presentationml.slide+xml"/>
  <Override PartName="/ppt/slideLayouts/slideLayout361.xml" ContentType="application/vnd.openxmlformats-officedocument.presentationml.slideLayout+xml"/>
  <Override PartName="/ppt/slides/slide362.xml" ContentType="application/vnd.openxmlformats-officedocument.presentationml.slide+xml"/>
  <Override PartName="/ppt/slideLayouts/slideLayout362.xml" ContentType="application/vnd.openxmlformats-officedocument.presentationml.slideLayout+xml"/>
  <Override PartName="/ppt/slides/slide363.xml" ContentType="application/vnd.openxmlformats-officedocument.presentationml.slide+xml"/>
  <Override PartName="/ppt/slideLayouts/slideLayout363.xml" ContentType="application/vnd.openxmlformats-officedocument.presentationml.slideLayout+xml"/>
  <Override PartName="/ppt/slides/slide364.xml" ContentType="application/vnd.openxmlformats-officedocument.presentationml.slide+xml"/>
  <Override PartName="/ppt/slideLayouts/slideLayout364.xml" ContentType="application/vnd.openxmlformats-officedocument.presentationml.slideLayout+xml"/>
  <Override PartName="/ppt/slides/slide365.xml" ContentType="application/vnd.openxmlformats-officedocument.presentationml.slide+xml"/>
  <Override PartName="/ppt/slideLayouts/slideLayout365.xml" ContentType="application/vnd.openxmlformats-officedocument.presentationml.slideLayout+xml"/>
  <Override PartName="/ppt/slides/slide366.xml" ContentType="application/vnd.openxmlformats-officedocument.presentationml.slide+xml"/>
  <Override PartName="/ppt/slideLayouts/slideLayout366.xml" ContentType="application/vnd.openxmlformats-officedocument.presentationml.slideLayout+xml"/>
  <Override PartName="/ppt/slides/slide367.xml" ContentType="application/vnd.openxmlformats-officedocument.presentationml.slide+xml"/>
  <Override PartName="/ppt/slideLayouts/slideLayout367.xml" ContentType="application/vnd.openxmlformats-officedocument.presentationml.slideLayout+xml"/>
  <Override PartName="/ppt/slides/slide368.xml" ContentType="application/vnd.openxmlformats-officedocument.presentationml.slide+xml"/>
  <Override PartName="/ppt/slideLayouts/slideLayout368.xml" ContentType="application/vnd.openxmlformats-officedocument.presentationml.slideLayout+xml"/>
  <Override PartName="/ppt/slides/slide369.xml" ContentType="application/vnd.openxmlformats-officedocument.presentationml.slide+xml"/>
  <Override PartName="/ppt/slideLayouts/slideLayout369.xml" ContentType="application/vnd.openxmlformats-officedocument.presentationml.slideLayout+xml"/>
  <Override PartName="/ppt/slides/slide370.xml" ContentType="application/vnd.openxmlformats-officedocument.presentationml.slide+xml"/>
  <Override PartName="/ppt/slideLayouts/slideLayout370.xml" ContentType="application/vnd.openxmlformats-officedocument.presentationml.slideLayout+xml"/>
  <Override PartName="/ppt/slides/slide371.xml" ContentType="application/vnd.openxmlformats-officedocument.presentationml.slide+xml"/>
  <Override PartName="/ppt/slideLayouts/slideLayout371.xml" ContentType="application/vnd.openxmlformats-officedocument.presentationml.slideLayout+xml"/>
  <Override PartName="/ppt/slides/slide372.xml" ContentType="application/vnd.openxmlformats-officedocument.presentationml.slide+xml"/>
  <Override PartName="/ppt/slideLayouts/slideLayout372.xml" ContentType="application/vnd.openxmlformats-officedocument.presentationml.slideLayout+xml"/>
  <Override PartName="/ppt/slides/slide373.xml" ContentType="application/vnd.openxmlformats-officedocument.presentationml.slide+xml"/>
  <Override PartName="/ppt/slideLayouts/slideLayout373.xml" ContentType="application/vnd.openxmlformats-officedocument.presentationml.slideLayout+xml"/>
  <Override PartName="/ppt/slides/slide374.xml" ContentType="application/vnd.openxmlformats-officedocument.presentationml.slide+xml"/>
  <Override PartName="/ppt/slideLayouts/slideLayout374.xml" ContentType="application/vnd.openxmlformats-officedocument.presentationml.slideLayout+xml"/>
  <Override PartName="/ppt/slides/slide375.xml" ContentType="application/vnd.openxmlformats-officedocument.presentationml.slide+xml"/>
  <Override PartName="/ppt/slideLayouts/slideLayout375.xml" ContentType="application/vnd.openxmlformats-officedocument.presentationml.slideLayout+xml"/>
  <Override PartName="/ppt/slides/slide376.xml" ContentType="application/vnd.openxmlformats-officedocument.presentationml.slide+xml"/>
  <Override PartName="/ppt/slideLayouts/slideLayout376.xml" ContentType="application/vnd.openxmlformats-officedocument.presentationml.slideLayout+xml"/>
  <Override PartName="/ppt/slides/slide377.xml" ContentType="application/vnd.openxmlformats-officedocument.presentationml.slide+xml"/>
  <Override PartName="/ppt/slideLayouts/slideLayout377.xml" ContentType="application/vnd.openxmlformats-officedocument.presentationml.slideLayout+xml"/>
  <Override PartName="/ppt/slides/slide378.xml" ContentType="application/vnd.openxmlformats-officedocument.presentationml.slide+xml"/>
  <Override PartName="/ppt/slideLayouts/slideLayout378.xml" ContentType="application/vnd.openxmlformats-officedocument.presentationml.slideLayout+xml"/>
  <Override PartName="/ppt/slides/slide379.xml" ContentType="application/vnd.openxmlformats-officedocument.presentationml.slide+xml"/>
  <Override PartName="/ppt/slideLayouts/slideLayout379.xml" ContentType="application/vnd.openxmlformats-officedocument.presentationml.slideLayout+xml"/>
  <Override PartName="/ppt/slides/slide380.xml" ContentType="application/vnd.openxmlformats-officedocument.presentationml.slide+xml"/>
  <Override PartName="/ppt/slideLayouts/slideLayout380.xml" ContentType="application/vnd.openxmlformats-officedocument.presentationml.slideLayout+xml"/>
  <Override PartName="/ppt/slides/slide381.xml" ContentType="application/vnd.openxmlformats-officedocument.presentationml.slide+xml"/>
  <Override PartName="/ppt/slideLayouts/slideLayout381.xml" ContentType="application/vnd.openxmlformats-officedocument.presentationml.slideLayout+xml"/>
  <Override PartName="/ppt/slides/slide382.xml" ContentType="application/vnd.openxmlformats-officedocument.presentationml.slide+xml"/>
  <Override PartName="/ppt/slideLayouts/slideLayout382.xml" ContentType="application/vnd.openxmlformats-officedocument.presentationml.slideLayout+xml"/>
  <Override PartName="/ppt/slides/slide383.xml" ContentType="application/vnd.openxmlformats-officedocument.presentationml.slide+xml"/>
  <Override PartName="/ppt/slideLayouts/slideLayout383.xml" ContentType="application/vnd.openxmlformats-officedocument.presentationml.slideLayout+xml"/>
  <Override PartName="/ppt/slides/slide384.xml" ContentType="application/vnd.openxmlformats-officedocument.presentationml.slide+xml"/>
  <Override PartName="/ppt/slideLayouts/slideLayout384.xml" ContentType="application/vnd.openxmlformats-officedocument.presentationml.slideLayout+xml"/>
  <Override PartName="/ppt/slides/slide385.xml" ContentType="application/vnd.openxmlformats-officedocument.presentationml.slide+xml"/>
  <Override PartName="/ppt/slideLayouts/slideLayout385.xml" ContentType="application/vnd.openxmlformats-officedocument.presentationml.slideLayout+xml"/>
  <Override PartName="/ppt/slides/slide386.xml" ContentType="application/vnd.openxmlformats-officedocument.presentationml.slide+xml"/>
  <Override PartName="/ppt/slideLayouts/slideLayout386.xml" ContentType="application/vnd.openxmlformats-officedocument.presentationml.slideLayout+xml"/>
  <Override PartName="/ppt/slides/slide387.xml" ContentType="application/vnd.openxmlformats-officedocument.presentationml.slide+xml"/>
  <Override PartName="/ppt/slideLayouts/slideLayout387.xml" ContentType="application/vnd.openxmlformats-officedocument.presentationml.slideLayout+xml"/>
  <Override PartName="/ppt/slides/slide388.xml" ContentType="application/vnd.openxmlformats-officedocument.presentationml.slide+xml"/>
  <Override PartName="/ppt/slideLayouts/slideLayout388.xml" ContentType="application/vnd.openxmlformats-officedocument.presentationml.slideLayout+xml"/>
  <Override PartName="/ppt/slides/slide389.xml" ContentType="application/vnd.openxmlformats-officedocument.presentationml.slide+xml"/>
  <Override PartName="/ppt/slideLayouts/slideLayout389.xml" ContentType="application/vnd.openxmlformats-officedocument.presentationml.slideLayout+xml"/>
  <Override PartName="/ppt/slides/slide390.xml" ContentType="application/vnd.openxmlformats-officedocument.presentationml.slide+xml"/>
  <Override PartName="/ppt/slideLayouts/slideLayout390.xml" ContentType="application/vnd.openxmlformats-officedocument.presentationml.slideLayout+xml"/>
  <Override PartName="/ppt/slides/slide391.xml" ContentType="application/vnd.openxmlformats-officedocument.presentationml.slide+xml"/>
  <Override PartName="/ppt/slideLayouts/slideLayout391.xml" ContentType="application/vnd.openxmlformats-officedocument.presentationml.slideLayout+xml"/>
  <Override PartName="/ppt/slides/slide392.xml" ContentType="application/vnd.openxmlformats-officedocument.presentationml.slide+xml"/>
  <Override PartName="/ppt/slideLayouts/slideLayout392.xml" ContentType="application/vnd.openxmlformats-officedocument.presentationml.slideLayout+xml"/>
  <Override PartName="/ppt/slides/slide393.xml" ContentType="application/vnd.openxmlformats-officedocument.presentationml.slide+xml"/>
  <Override PartName="/ppt/slideLayouts/slideLayout393.xml" ContentType="application/vnd.openxmlformats-officedocument.presentationml.slideLayout+xml"/>
  <Override PartName="/ppt/slides/slide394.xml" ContentType="application/vnd.openxmlformats-officedocument.presentationml.slide+xml"/>
  <Override PartName="/ppt/slideLayouts/slideLayout394.xml" ContentType="application/vnd.openxmlformats-officedocument.presentationml.slideLayout+xml"/>
  <Override PartName="/ppt/slides/slide395.xml" ContentType="application/vnd.openxmlformats-officedocument.presentationml.slide+xml"/>
  <Override PartName="/ppt/slideLayouts/slideLayout395.xml" ContentType="application/vnd.openxmlformats-officedocument.presentationml.slideLayout+xml"/>
  <Override PartName="/ppt/slides/slide396.xml" ContentType="application/vnd.openxmlformats-officedocument.presentationml.slide+xml"/>
  <Override PartName="/ppt/slideLayouts/slideLayout396.xml" ContentType="application/vnd.openxmlformats-officedocument.presentationml.slideLayout+xml"/>
  <Override PartName="/ppt/slides/slide397.xml" ContentType="application/vnd.openxmlformats-officedocument.presentationml.slide+xml"/>
  <Override PartName="/ppt/slideLayouts/slideLayout397.xml" ContentType="application/vnd.openxmlformats-officedocument.presentationml.slideLayout+xml"/>
  <Override PartName="/ppt/slides/slide398.xml" ContentType="application/vnd.openxmlformats-officedocument.presentationml.slide+xml"/>
  <Override PartName="/ppt/slideLayouts/slideLayout398.xml" ContentType="application/vnd.openxmlformats-officedocument.presentationml.slideLayout+xml"/>
  <Override PartName="/ppt/theme/theme1.xml" ContentType="application/vnd.openxmlformats-officedocument.theme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Default Extension="rels" ContentType="application/vnd.openxmlformats-package.relationships+xml"/>
  <Default Extension="xml" ContentType="application/xml"/>
  <Default Extension="png" ContentType="image/png"/>
</Types>
</file>

<file path=_rels/.rels><?xml version="1.0" encoding="UTF-8" standalone="yes"?>
<Relationships xmlns="http://schemas.openxmlformats.org/package/2006/relationships">
   <Relationship Id="rId1" Type="http://schemas.openxmlformats.org/officeDocument/2006/relationships/officeDocument" Target="ppt/presentation.xml"/>
   <Relationship Id="rId2" Type="http://schemas.openxmlformats.org/officeDocument/2006/relationships/extended-properties" Target="docProps/app.xml"/>
   <Relationship Id="rId3" Type="http://schemas.openxmlformats.org/package/2006/relationships/metadata/core-properties" Target="docProps/core.xml"/>
</Relationships>
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saveSubsetFonts="1">
  <p:sldMasterIdLst>
    <p:sldMasterId id="2147484055" r:id="rId403"/>
  </p:sldMasterIdLst>
  <p:sldIdLst>
    <p:sldId id="256" r:id="rId1"/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  <p:sldId id="354" r:id="rId99"/>
    <p:sldId id="355" r:id="rId100"/>
    <p:sldId id="356" r:id="rId101"/>
    <p:sldId id="357" r:id="rId102"/>
    <p:sldId id="358" r:id="rId103"/>
    <p:sldId id="359" r:id="rId104"/>
    <p:sldId id="360" r:id="rId105"/>
    <p:sldId id="361" r:id="rId106"/>
    <p:sldId id="362" r:id="rId107"/>
    <p:sldId id="363" r:id="rId108"/>
    <p:sldId id="364" r:id="rId109"/>
    <p:sldId id="365" r:id="rId110"/>
    <p:sldId id="366" r:id="rId111"/>
    <p:sldId id="367" r:id="rId112"/>
    <p:sldId id="368" r:id="rId113"/>
    <p:sldId id="369" r:id="rId114"/>
    <p:sldId id="370" r:id="rId115"/>
    <p:sldId id="371" r:id="rId116"/>
    <p:sldId id="372" r:id="rId117"/>
    <p:sldId id="373" r:id="rId118"/>
    <p:sldId id="374" r:id="rId119"/>
    <p:sldId id="375" r:id="rId120"/>
    <p:sldId id="376" r:id="rId121"/>
    <p:sldId id="377" r:id="rId122"/>
    <p:sldId id="378" r:id="rId123"/>
    <p:sldId id="379" r:id="rId124"/>
    <p:sldId id="380" r:id="rId125"/>
    <p:sldId id="381" r:id="rId126"/>
    <p:sldId id="382" r:id="rId127"/>
    <p:sldId id="383" r:id="rId128"/>
    <p:sldId id="384" r:id="rId129"/>
    <p:sldId id="385" r:id="rId130"/>
    <p:sldId id="386" r:id="rId131"/>
    <p:sldId id="387" r:id="rId132"/>
    <p:sldId id="388" r:id="rId133"/>
    <p:sldId id="389" r:id="rId134"/>
    <p:sldId id="390" r:id="rId135"/>
    <p:sldId id="391" r:id="rId136"/>
    <p:sldId id="392" r:id="rId137"/>
    <p:sldId id="393" r:id="rId138"/>
    <p:sldId id="394" r:id="rId139"/>
    <p:sldId id="395" r:id="rId140"/>
    <p:sldId id="396" r:id="rId141"/>
    <p:sldId id="397" r:id="rId142"/>
    <p:sldId id="398" r:id="rId143"/>
    <p:sldId id="399" r:id="rId144"/>
    <p:sldId id="400" r:id="rId145"/>
    <p:sldId id="401" r:id="rId146"/>
    <p:sldId id="402" r:id="rId147"/>
    <p:sldId id="403" r:id="rId148"/>
    <p:sldId id="404" r:id="rId149"/>
    <p:sldId id="405" r:id="rId150"/>
    <p:sldId id="406" r:id="rId151"/>
    <p:sldId id="407" r:id="rId152"/>
    <p:sldId id="408" r:id="rId153"/>
    <p:sldId id="409" r:id="rId154"/>
    <p:sldId id="410" r:id="rId155"/>
    <p:sldId id="411" r:id="rId156"/>
    <p:sldId id="412" r:id="rId157"/>
    <p:sldId id="413" r:id="rId158"/>
    <p:sldId id="414" r:id="rId159"/>
    <p:sldId id="415" r:id="rId160"/>
    <p:sldId id="416" r:id="rId161"/>
    <p:sldId id="417" r:id="rId162"/>
    <p:sldId id="418" r:id="rId163"/>
    <p:sldId id="419" r:id="rId164"/>
    <p:sldId id="420" r:id="rId165"/>
    <p:sldId id="421" r:id="rId166"/>
    <p:sldId id="422" r:id="rId167"/>
    <p:sldId id="423" r:id="rId168"/>
    <p:sldId id="424" r:id="rId169"/>
    <p:sldId id="425" r:id="rId170"/>
    <p:sldId id="426" r:id="rId171"/>
    <p:sldId id="427" r:id="rId172"/>
    <p:sldId id="428" r:id="rId173"/>
    <p:sldId id="429" r:id="rId174"/>
    <p:sldId id="430" r:id="rId175"/>
    <p:sldId id="431" r:id="rId176"/>
    <p:sldId id="432" r:id="rId177"/>
    <p:sldId id="433" r:id="rId178"/>
    <p:sldId id="434" r:id="rId179"/>
    <p:sldId id="435" r:id="rId180"/>
    <p:sldId id="436" r:id="rId181"/>
    <p:sldId id="437" r:id="rId182"/>
    <p:sldId id="438" r:id="rId183"/>
    <p:sldId id="439" r:id="rId184"/>
    <p:sldId id="440" r:id="rId185"/>
    <p:sldId id="441" r:id="rId186"/>
    <p:sldId id="442" r:id="rId187"/>
    <p:sldId id="443" r:id="rId188"/>
    <p:sldId id="444" r:id="rId189"/>
    <p:sldId id="445" r:id="rId190"/>
    <p:sldId id="446" r:id="rId191"/>
    <p:sldId id="447" r:id="rId192"/>
    <p:sldId id="448" r:id="rId193"/>
    <p:sldId id="449" r:id="rId194"/>
    <p:sldId id="450" r:id="rId195"/>
    <p:sldId id="451" r:id="rId196"/>
    <p:sldId id="452" r:id="rId197"/>
    <p:sldId id="453" r:id="rId198"/>
    <p:sldId id="454" r:id="rId199"/>
    <p:sldId id="455" r:id="rId200"/>
    <p:sldId id="456" r:id="rId201"/>
    <p:sldId id="457" r:id="rId202"/>
    <p:sldId id="458" r:id="rId203"/>
    <p:sldId id="459" r:id="rId204"/>
    <p:sldId id="460" r:id="rId205"/>
    <p:sldId id="461" r:id="rId206"/>
    <p:sldId id="462" r:id="rId207"/>
    <p:sldId id="463" r:id="rId208"/>
    <p:sldId id="464" r:id="rId209"/>
    <p:sldId id="465" r:id="rId210"/>
    <p:sldId id="466" r:id="rId211"/>
    <p:sldId id="467" r:id="rId212"/>
    <p:sldId id="468" r:id="rId213"/>
    <p:sldId id="469" r:id="rId214"/>
    <p:sldId id="470" r:id="rId215"/>
    <p:sldId id="471" r:id="rId216"/>
    <p:sldId id="472" r:id="rId217"/>
    <p:sldId id="473" r:id="rId218"/>
    <p:sldId id="474" r:id="rId219"/>
    <p:sldId id="475" r:id="rId220"/>
    <p:sldId id="476" r:id="rId221"/>
    <p:sldId id="477" r:id="rId222"/>
    <p:sldId id="478" r:id="rId223"/>
    <p:sldId id="479" r:id="rId224"/>
    <p:sldId id="480" r:id="rId225"/>
    <p:sldId id="481" r:id="rId226"/>
    <p:sldId id="482" r:id="rId227"/>
    <p:sldId id="483" r:id="rId228"/>
    <p:sldId id="484" r:id="rId229"/>
    <p:sldId id="485" r:id="rId230"/>
    <p:sldId id="486" r:id="rId231"/>
    <p:sldId id="487" r:id="rId232"/>
    <p:sldId id="488" r:id="rId233"/>
    <p:sldId id="489" r:id="rId234"/>
    <p:sldId id="490" r:id="rId235"/>
    <p:sldId id="491" r:id="rId236"/>
    <p:sldId id="492" r:id="rId237"/>
    <p:sldId id="493" r:id="rId238"/>
    <p:sldId id="494" r:id="rId239"/>
    <p:sldId id="495" r:id="rId240"/>
    <p:sldId id="496" r:id="rId241"/>
    <p:sldId id="497" r:id="rId242"/>
    <p:sldId id="498" r:id="rId243"/>
    <p:sldId id="499" r:id="rId244"/>
    <p:sldId id="500" r:id="rId245"/>
    <p:sldId id="501" r:id="rId246"/>
    <p:sldId id="502" r:id="rId247"/>
    <p:sldId id="503" r:id="rId248"/>
    <p:sldId id="504" r:id="rId249"/>
    <p:sldId id="505" r:id="rId250"/>
    <p:sldId id="506" r:id="rId251"/>
    <p:sldId id="507" r:id="rId252"/>
    <p:sldId id="508" r:id="rId253"/>
    <p:sldId id="509" r:id="rId254"/>
    <p:sldId id="510" r:id="rId255"/>
    <p:sldId id="511" r:id="rId256"/>
    <p:sldId id="512" r:id="rId257"/>
    <p:sldId id="513" r:id="rId258"/>
    <p:sldId id="514" r:id="rId259"/>
    <p:sldId id="515" r:id="rId260"/>
    <p:sldId id="516" r:id="rId261"/>
    <p:sldId id="517" r:id="rId262"/>
    <p:sldId id="518" r:id="rId263"/>
    <p:sldId id="519" r:id="rId264"/>
    <p:sldId id="520" r:id="rId265"/>
    <p:sldId id="521" r:id="rId266"/>
    <p:sldId id="522" r:id="rId267"/>
    <p:sldId id="523" r:id="rId268"/>
    <p:sldId id="524" r:id="rId269"/>
    <p:sldId id="525" r:id="rId270"/>
    <p:sldId id="526" r:id="rId271"/>
    <p:sldId id="527" r:id="rId272"/>
    <p:sldId id="528" r:id="rId273"/>
    <p:sldId id="529" r:id="rId274"/>
    <p:sldId id="530" r:id="rId275"/>
    <p:sldId id="531" r:id="rId276"/>
    <p:sldId id="532" r:id="rId277"/>
    <p:sldId id="533" r:id="rId278"/>
    <p:sldId id="534" r:id="rId279"/>
    <p:sldId id="535" r:id="rId280"/>
    <p:sldId id="536" r:id="rId281"/>
    <p:sldId id="537" r:id="rId282"/>
    <p:sldId id="538" r:id="rId283"/>
    <p:sldId id="539" r:id="rId284"/>
    <p:sldId id="540" r:id="rId285"/>
    <p:sldId id="541" r:id="rId286"/>
    <p:sldId id="542" r:id="rId287"/>
    <p:sldId id="543" r:id="rId288"/>
    <p:sldId id="544" r:id="rId289"/>
    <p:sldId id="545" r:id="rId290"/>
    <p:sldId id="546" r:id="rId291"/>
    <p:sldId id="547" r:id="rId292"/>
    <p:sldId id="548" r:id="rId293"/>
    <p:sldId id="549" r:id="rId294"/>
    <p:sldId id="550" r:id="rId295"/>
    <p:sldId id="551" r:id="rId296"/>
    <p:sldId id="552" r:id="rId297"/>
    <p:sldId id="553" r:id="rId298"/>
    <p:sldId id="554" r:id="rId299"/>
    <p:sldId id="555" r:id="rId300"/>
    <p:sldId id="556" r:id="rId301"/>
    <p:sldId id="557" r:id="rId302"/>
    <p:sldId id="558" r:id="rId303"/>
    <p:sldId id="559" r:id="rId304"/>
    <p:sldId id="560" r:id="rId305"/>
    <p:sldId id="561" r:id="rId306"/>
    <p:sldId id="562" r:id="rId307"/>
    <p:sldId id="563" r:id="rId308"/>
    <p:sldId id="564" r:id="rId309"/>
    <p:sldId id="565" r:id="rId310"/>
    <p:sldId id="566" r:id="rId311"/>
    <p:sldId id="567" r:id="rId312"/>
    <p:sldId id="568" r:id="rId313"/>
    <p:sldId id="569" r:id="rId314"/>
    <p:sldId id="570" r:id="rId315"/>
    <p:sldId id="571" r:id="rId316"/>
    <p:sldId id="572" r:id="rId317"/>
    <p:sldId id="573" r:id="rId318"/>
    <p:sldId id="574" r:id="rId319"/>
    <p:sldId id="575" r:id="rId320"/>
    <p:sldId id="576" r:id="rId321"/>
    <p:sldId id="577" r:id="rId322"/>
    <p:sldId id="578" r:id="rId323"/>
    <p:sldId id="579" r:id="rId324"/>
    <p:sldId id="580" r:id="rId325"/>
    <p:sldId id="581" r:id="rId326"/>
    <p:sldId id="582" r:id="rId327"/>
    <p:sldId id="583" r:id="rId328"/>
    <p:sldId id="584" r:id="rId329"/>
    <p:sldId id="585" r:id="rId330"/>
    <p:sldId id="586" r:id="rId331"/>
    <p:sldId id="587" r:id="rId332"/>
    <p:sldId id="588" r:id="rId333"/>
    <p:sldId id="589" r:id="rId334"/>
    <p:sldId id="590" r:id="rId335"/>
    <p:sldId id="591" r:id="rId336"/>
    <p:sldId id="592" r:id="rId337"/>
    <p:sldId id="593" r:id="rId338"/>
    <p:sldId id="594" r:id="rId339"/>
    <p:sldId id="595" r:id="rId340"/>
    <p:sldId id="596" r:id="rId341"/>
    <p:sldId id="597" r:id="rId342"/>
    <p:sldId id="598" r:id="rId343"/>
    <p:sldId id="599" r:id="rId344"/>
    <p:sldId id="600" r:id="rId345"/>
    <p:sldId id="601" r:id="rId346"/>
    <p:sldId id="602" r:id="rId347"/>
    <p:sldId id="603" r:id="rId348"/>
    <p:sldId id="604" r:id="rId349"/>
    <p:sldId id="605" r:id="rId350"/>
    <p:sldId id="606" r:id="rId351"/>
    <p:sldId id="607" r:id="rId352"/>
    <p:sldId id="608" r:id="rId353"/>
    <p:sldId id="609" r:id="rId354"/>
    <p:sldId id="610" r:id="rId355"/>
    <p:sldId id="611" r:id="rId356"/>
    <p:sldId id="612" r:id="rId357"/>
    <p:sldId id="613" r:id="rId358"/>
    <p:sldId id="614" r:id="rId359"/>
    <p:sldId id="615" r:id="rId360"/>
    <p:sldId id="616" r:id="rId361"/>
    <p:sldId id="617" r:id="rId362"/>
    <p:sldId id="618" r:id="rId363"/>
    <p:sldId id="619" r:id="rId364"/>
    <p:sldId id="620" r:id="rId365"/>
    <p:sldId id="621" r:id="rId366"/>
    <p:sldId id="622" r:id="rId367"/>
    <p:sldId id="623" r:id="rId368"/>
    <p:sldId id="624" r:id="rId369"/>
    <p:sldId id="625" r:id="rId370"/>
    <p:sldId id="626" r:id="rId371"/>
    <p:sldId id="627" r:id="rId372"/>
    <p:sldId id="628" r:id="rId373"/>
    <p:sldId id="629" r:id="rId374"/>
    <p:sldId id="630" r:id="rId375"/>
    <p:sldId id="631" r:id="rId376"/>
    <p:sldId id="632" r:id="rId377"/>
    <p:sldId id="633" r:id="rId378"/>
    <p:sldId id="634" r:id="rId379"/>
    <p:sldId id="635" r:id="rId380"/>
    <p:sldId id="636" r:id="rId381"/>
    <p:sldId id="637" r:id="rId382"/>
    <p:sldId id="638" r:id="rId383"/>
    <p:sldId id="639" r:id="rId384"/>
    <p:sldId id="640" r:id="rId385"/>
    <p:sldId id="641" r:id="rId386"/>
    <p:sldId id="642" r:id="rId387"/>
    <p:sldId id="643" r:id="rId388"/>
    <p:sldId id="644" r:id="rId389"/>
    <p:sldId id="645" r:id="rId390"/>
    <p:sldId id="646" r:id="rId391"/>
    <p:sldId id="647" r:id="rId392"/>
    <p:sldId id="648" r:id="rId393"/>
    <p:sldId id="649" r:id="rId394"/>
    <p:sldId id="650" r:id="rId395"/>
    <p:sldId id="651" r:id="rId396"/>
    <p:sldId id="652" r:id="rId397"/>
    <p:sldId id="653" r:id="rId398"/>
  </p:sldIdLst>
  <p:sldSz type="screen4x3" cy="6858000" cx="9144000"/>
  <p:notesSz cy="9144000" cx="6858000"/>
  <p:defaultTextStyle>
    <a:defPPr>
      <a:defRPr lang="zh-CN"/>
    </a:defPPr>
    <a:lvl1pPr algn="l" latinLnBrk="0" eaLnBrk="1" rtl="0" defTabSz="914400" marL="0" hangingPunct="1">
      <a:defRPr kern="1200">
        <a:solidFill>
          <a:schemeClr val="tx1"/>
        </a:solidFill>
        <a:latin typeface="+mn-lt"/>
        <a:ea typeface="+mn-ea"/>
        <a:cs typeface="+mn-cs"/>
      </a:defRPr>
    </a:lvl1pPr>
    <a:lvl2pPr algn="l" latinLnBrk="0" eaLnBrk="1" rtl="0" defTabSz="914400" marL="457200" hangingPunct="1">
      <a:defRPr kern="1200">
        <a:solidFill>
          <a:schemeClr val="tx1"/>
        </a:solidFill>
        <a:latin typeface="+mn-lt"/>
        <a:ea typeface="+mn-ea"/>
        <a:cs typeface="+mn-cs"/>
      </a:defRPr>
    </a:lvl2pPr>
    <a:lvl3pPr algn="l" latinLnBrk="0" eaLnBrk="1" rtl="0" defTabSz="914400" marL="914400" hangingPunct="1">
      <a:defRPr kern="1200">
        <a:solidFill>
          <a:schemeClr val="tx1"/>
        </a:solidFill>
        <a:latin typeface="+mn-lt"/>
        <a:ea typeface="+mn-ea"/>
        <a:cs typeface="+mn-cs"/>
      </a:defRPr>
    </a:lvl3pPr>
    <a:lvl4pPr algn="l" latinLnBrk="0" eaLnBrk="1" rtl="0" defTabSz="914400" marL="1371600" hangingPunct="1">
      <a:defRPr kern="1200">
        <a:solidFill>
          <a:schemeClr val="tx1"/>
        </a:solidFill>
        <a:latin typeface="+mn-lt"/>
        <a:ea typeface="+mn-ea"/>
        <a:cs typeface="+mn-cs"/>
      </a:defRPr>
    </a:lvl4pPr>
    <a:lvl5pPr algn="l" latinLnBrk="0" eaLnBrk="1" rtl="0" defTabSz="914400" marL="1828800" hangingPunct="1">
      <a:defRPr kern="1200">
        <a:solidFill>
          <a:schemeClr val="tx1"/>
        </a:solidFill>
        <a:latin typeface="+mn-lt"/>
        <a:ea typeface="+mn-ea"/>
        <a:cs typeface="+mn-cs"/>
      </a:defRPr>
    </a:lvl5pPr>
    <a:lvl6pPr algn="l" latinLnBrk="0" eaLnBrk="1" rtl="0" defTabSz="914400" marL="2286000" hangingPunct="1">
      <a:defRPr kern="1200">
        <a:solidFill>
          <a:schemeClr val="tx1"/>
        </a:solidFill>
        <a:latin typeface="+mn-lt"/>
        <a:ea typeface="+mn-ea"/>
        <a:cs typeface="+mn-cs"/>
      </a:defRPr>
    </a:lvl6pPr>
    <a:lvl7pPr algn="l" latinLnBrk="0" eaLnBrk="1" rtl="0" defTabSz="914400" marL="2743200" hangingPunct="1">
      <a:defRPr kern="1200">
        <a:solidFill>
          <a:schemeClr val="tx1"/>
        </a:solidFill>
        <a:latin typeface="+mn-lt"/>
        <a:ea typeface="+mn-ea"/>
        <a:cs typeface="+mn-cs"/>
      </a:defRPr>
    </a:lvl7pPr>
    <a:lvl8pPr algn="l" latinLnBrk="0" eaLnBrk="1" rtl="0" defTabSz="914400" marL="3200400" hangingPunct="1">
      <a:defRPr kern="1200">
        <a:solidFill>
          <a:schemeClr val="tx1"/>
        </a:solidFill>
        <a:latin typeface="+mn-lt"/>
        <a:ea typeface="+mn-ea"/>
        <a:cs typeface="+mn-cs"/>
      </a:defRPr>
    </a:lvl8pPr>
    <a:lvl9pPr algn="l" latinLnBrk="0" eaLnBrk="1" rtl="0" defTabSz="914400" marL="3657600" hangingPunct="1">
      <a:defRPr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/>
</file>

<file path=ppt/tableStyles.xml><?xml version="1.0" encoding="utf-8"?>
<a:tblStyleLst xmlns:a="http://schemas.openxmlformats.org/drawingml/2006/main" def="{935E02C5-3FA1-064C-BB7E-3A9878DD5201}">
  <a:tblStyle styleId="{935E02C5-3FA1-064C-BB7E-3A9878DD5201}" styleName="ODS Style 1">
    <a:wholeTbl>
      <a:tcTxStyle>
        <a:fontRef idx="minor">
          <a:prstClr val="black"/>
        </a:fontRef>
        <a:schemeClr val="tx1"/>
      </a:tcTxStyle>
      <a:tcStyle>
        <a:tcBdr>
          <a:left>
            <a:ln w="6350" cmpd="sng">
              <a:solidFill>
                <a:schemeClr val="bg2"/>
              </a:solidFill>
            </a:ln>
          </a:left>
          <a:right>
            <a:ln w="6350" cmpd="sng">
              <a:solidFill>
                <a:schemeClr val="bg2"/>
              </a:solidFill>
            </a:ln>
          </a:right>
          <a:top>
            <a:ln w="6350" cmpd="sng">
              <a:solidFill>
                <a:schemeClr val="bg2"/>
              </a:solidFill>
            </a:ln>
          </a:top>
          <a:bottom>
            <a:ln w="6350" cmpd="sng">
              <a:solidFill>
                <a:schemeClr val="bg2"/>
              </a:solidFill>
            </a:ln>
          </a:bottom>
          <a:insideH>
            <a:ln w="12700" cmpd="sng">
              <a:solidFill>
                <a:schemeClr val="bg2"/>
              </a:solidFill>
            </a:ln>
          </a:insideH>
          <a:insideV>
            <a:ln w="12700" cmpd="sng">
              <a:solidFill>
                <a:schemeClr val="bg2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p="http://schemas.openxmlformats.org/presentationml/2006/main" xmlns:r="http://schemas.openxmlformats.org/officeDocument/2006/relationships"/>
</file>

<file path=ppt/_rels/presentation.xml.rels><?xml version="1.0" encoding="UTF-8" standalone="yes"?>
<Relationships xmlns="http://schemas.openxmlformats.org/package/2006/relationships">
   <Relationship Id="rId1" Type="http://schemas.openxmlformats.org/officeDocument/2006/relationships/slide" Target="slides/slide1.xml"/>
   <Relationship Id="rId2" Type="http://schemas.openxmlformats.org/officeDocument/2006/relationships/slide" Target="slides/slide2.xml"/>
   <Relationship Id="rId3" Type="http://schemas.openxmlformats.org/officeDocument/2006/relationships/slide" Target="slides/slide3.xml"/>
   <Relationship Id="rId4" Type="http://schemas.openxmlformats.org/officeDocument/2006/relationships/slide" Target="slides/slide4.xml"/>
   <Relationship Id="rId5" Type="http://schemas.openxmlformats.org/officeDocument/2006/relationships/slide" Target="slides/slide5.xml"/>
   <Relationship Id="rId6" Type="http://schemas.openxmlformats.org/officeDocument/2006/relationships/slide" Target="slides/slide6.xml"/>
   <Relationship Id="rId7" Type="http://schemas.openxmlformats.org/officeDocument/2006/relationships/slide" Target="slides/slide7.xml"/>
   <Relationship Id="rId8" Type="http://schemas.openxmlformats.org/officeDocument/2006/relationships/slide" Target="slides/slide8.xml"/>
   <Relationship Id="rId9" Type="http://schemas.openxmlformats.org/officeDocument/2006/relationships/slide" Target="slides/slide9.xml"/>
   <Relationship Id="rId10" Type="http://schemas.openxmlformats.org/officeDocument/2006/relationships/slide" Target="slides/slide10.xml"/>
   <Relationship Id="rId11" Type="http://schemas.openxmlformats.org/officeDocument/2006/relationships/slide" Target="slides/slide11.xml"/>
   <Relationship Id="rId12" Type="http://schemas.openxmlformats.org/officeDocument/2006/relationships/slide" Target="slides/slide12.xml"/>
   <Relationship Id="rId13" Type="http://schemas.openxmlformats.org/officeDocument/2006/relationships/slide" Target="slides/slide13.xml"/>
   <Relationship Id="rId14" Type="http://schemas.openxmlformats.org/officeDocument/2006/relationships/slide" Target="slides/slide14.xml"/>
   <Relationship Id="rId15" Type="http://schemas.openxmlformats.org/officeDocument/2006/relationships/slide" Target="slides/slide15.xml"/>
   <Relationship Id="rId16" Type="http://schemas.openxmlformats.org/officeDocument/2006/relationships/slide" Target="slides/slide16.xml"/>
   <Relationship Id="rId17" Type="http://schemas.openxmlformats.org/officeDocument/2006/relationships/slide" Target="slides/slide17.xml"/>
   <Relationship Id="rId18" Type="http://schemas.openxmlformats.org/officeDocument/2006/relationships/slide" Target="slides/slide18.xml"/>
   <Relationship Id="rId19" Type="http://schemas.openxmlformats.org/officeDocument/2006/relationships/slide" Target="slides/slide19.xml"/>
   <Relationship Id="rId20" Type="http://schemas.openxmlformats.org/officeDocument/2006/relationships/slide" Target="slides/slide20.xml"/>
   <Relationship Id="rId21" Type="http://schemas.openxmlformats.org/officeDocument/2006/relationships/slide" Target="slides/slide21.xml"/>
   <Relationship Id="rId22" Type="http://schemas.openxmlformats.org/officeDocument/2006/relationships/slide" Target="slides/slide22.xml"/>
   <Relationship Id="rId23" Type="http://schemas.openxmlformats.org/officeDocument/2006/relationships/slide" Target="slides/slide23.xml"/>
   <Relationship Id="rId24" Type="http://schemas.openxmlformats.org/officeDocument/2006/relationships/slide" Target="slides/slide24.xml"/>
   <Relationship Id="rId25" Type="http://schemas.openxmlformats.org/officeDocument/2006/relationships/slide" Target="slides/slide25.xml"/>
   <Relationship Id="rId26" Type="http://schemas.openxmlformats.org/officeDocument/2006/relationships/slide" Target="slides/slide26.xml"/>
   <Relationship Id="rId27" Type="http://schemas.openxmlformats.org/officeDocument/2006/relationships/slide" Target="slides/slide27.xml"/>
   <Relationship Id="rId28" Type="http://schemas.openxmlformats.org/officeDocument/2006/relationships/slide" Target="slides/slide28.xml"/>
   <Relationship Id="rId29" Type="http://schemas.openxmlformats.org/officeDocument/2006/relationships/slide" Target="slides/slide29.xml"/>
   <Relationship Id="rId30" Type="http://schemas.openxmlformats.org/officeDocument/2006/relationships/slide" Target="slides/slide30.xml"/>
   <Relationship Id="rId31" Type="http://schemas.openxmlformats.org/officeDocument/2006/relationships/slide" Target="slides/slide31.xml"/>
   <Relationship Id="rId32" Type="http://schemas.openxmlformats.org/officeDocument/2006/relationships/slide" Target="slides/slide32.xml"/>
   <Relationship Id="rId33" Type="http://schemas.openxmlformats.org/officeDocument/2006/relationships/slide" Target="slides/slide33.xml"/>
   <Relationship Id="rId34" Type="http://schemas.openxmlformats.org/officeDocument/2006/relationships/slide" Target="slides/slide34.xml"/>
   <Relationship Id="rId35" Type="http://schemas.openxmlformats.org/officeDocument/2006/relationships/slide" Target="slides/slide35.xml"/>
   <Relationship Id="rId36" Type="http://schemas.openxmlformats.org/officeDocument/2006/relationships/slide" Target="slides/slide36.xml"/>
   <Relationship Id="rId37" Type="http://schemas.openxmlformats.org/officeDocument/2006/relationships/slide" Target="slides/slide37.xml"/>
   <Relationship Id="rId38" Type="http://schemas.openxmlformats.org/officeDocument/2006/relationships/slide" Target="slides/slide38.xml"/>
   <Relationship Id="rId39" Type="http://schemas.openxmlformats.org/officeDocument/2006/relationships/slide" Target="slides/slide39.xml"/>
   <Relationship Id="rId40" Type="http://schemas.openxmlformats.org/officeDocument/2006/relationships/slide" Target="slides/slide40.xml"/>
   <Relationship Id="rId41" Type="http://schemas.openxmlformats.org/officeDocument/2006/relationships/slide" Target="slides/slide41.xml"/>
   <Relationship Id="rId42" Type="http://schemas.openxmlformats.org/officeDocument/2006/relationships/slide" Target="slides/slide42.xml"/>
   <Relationship Id="rId43" Type="http://schemas.openxmlformats.org/officeDocument/2006/relationships/slide" Target="slides/slide43.xml"/>
   <Relationship Id="rId44" Type="http://schemas.openxmlformats.org/officeDocument/2006/relationships/slide" Target="slides/slide44.xml"/>
   <Relationship Id="rId45" Type="http://schemas.openxmlformats.org/officeDocument/2006/relationships/slide" Target="slides/slide45.xml"/>
   <Relationship Id="rId46" Type="http://schemas.openxmlformats.org/officeDocument/2006/relationships/slide" Target="slides/slide46.xml"/>
   <Relationship Id="rId47" Type="http://schemas.openxmlformats.org/officeDocument/2006/relationships/slide" Target="slides/slide47.xml"/>
   <Relationship Id="rId48" Type="http://schemas.openxmlformats.org/officeDocument/2006/relationships/slide" Target="slides/slide48.xml"/>
   <Relationship Id="rId49" Type="http://schemas.openxmlformats.org/officeDocument/2006/relationships/slide" Target="slides/slide49.xml"/>
   <Relationship Id="rId50" Type="http://schemas.openxmlformats.org/officeDocument/2006/relationships/slide" Target="slides/slide50.xml"/>
   <Relationship Id="rId51" Type="http://schemas.openxmlformats.org/officeDocument/2006/relationships/slide" Target="slides/slide51.xml"/>
   <Relationship Id="rId52" Type="http://schemas.openxmlformats.org/officeDocument/2006/relationships/slide" Target="slides/slide52.xml"/>
   <Relationship Id="rId53" Type="http://schemas.openxmlformats.org/officeDocument/2006/relationships/slide" Target="slides/slide53.xml"/>
   <Relationship Id="rId54" Type="http://schemas.openxmlformats.org/officeDocument/2006/relationships/slide" Target="slides/slide54.xml"/>
   <Relationship Id="rId55" Type="http://schemas.openxmlformats.org/officeDocument/2006/relationships/slide" Target="slides/slide55.xml"/>
   <Relationship Id="rId56" Type="http://schemas.openxmlformats.org/officeDocument/2006/relationships/slide" Target="slides/slide56.xml"/>
   <Relationship Id="rId57" Type="http://schemas.openxmlformats.org/officeDocument/2006/relationships/slide" Target="slides/slide57.xml"/>
   <Relationship Id="rId58" Type="http://schemas.openxmlformats.org/officeDocument/2006/relationships/slide" Target="slides/slide58.xml"/>
   <Relationship Id="rId59" Type="http://schemas.openxmlformats.org/officeDocument/2006/relationships/slide" Target="slides/slide59.xml"/>
   <Relationship Id="rId60" Type="http://schemas.openxmlformats.org/officeDocument/2006/relationships/slide" Target="slides/slide60.xml"/>
   <Relationship Id="rId61" Type="http://schemas.openxmlformats.org/officeDocument/2006/relationships/slide" Target="slides/slide61.xml"/>
   <Relationship Id="rId62" Type="http://schemas.openxmlformats.org/officeDocument/2006/relationships/slide" Target="slides/slide62.xml"/>
   <Relationship Id="rId63" Type="http://schemas.openxmlformats.org/officeDocument/2006/relationships/slide" Target="slides/slide63.xml"/>
   <Relationship Id="rId64" Type="http://schemas.openxmlformats.org/officeDocument/2006/relationships/slide" Target="slides/slide64.xml"/>
   <Relationship Id="rId65" Type="http://schemas.openxmlformats.org/officeDocument/2006/relationships/slide" Target="slides/slide65.xml"/>
   <Relationship Id="rId66" Type="http://schemas.openxmlformats.org/officeDocument/2006/relationships/slide" Target="slides/slide66.xml"/>
   <Relationship Id="rId67" Type="http://schemas.openxmlformats.org/officeDocument/2006/relationships/slide" Target="slides/slide67.xml"/>
   <Relationship Id="rId68" Type="http://schemas.openxmlformats.org/officeDocument/2006/relationships/slide" Target="slides/slide68.xml"/>
   <Relationship Id="rId69" Type="http://schemas.openxmlformats.org/officeDocument/2006/relationships/slide" Target="slides/slide69.xml"/>
   <Relationship Id="rId70" Type="http://schemas.openxmlformats.org/officeDocument/2006/relationships/slide" Target="slides/slide70.xml"/>
   <Relationship Id="rId71" Type="http://schemas.openxmlformats.org/officeDocument/2006/relationships/slide" Target="slides/slide71.xml"/>
   <Relationship Id="rId72" Type="http://schemas.openxmlformats.org/officeDocument/2006/relationships/slide" Target="slides/slide72.xml"/>
   <Relationship Id="rId73" Type="http://schemas.openxmlformats.org/officeDocument/2006/relationships/slide" Target="slides/slide73.xml"/>
   <Relationship Id="rId74" Type="http://schemas.openxmlformats.org/officeDocument/2006/relationships/slide" Target="slides/slide74.xml"/>
   <Relationship Id="rId75" Type="http://schemas.openxmlformats.org/officeDocument/2006/relationships/slide" Target="slides/slide75.xml"/>
   <Relationship Id="rId76" Type="http://schemas.openxmlformats.org/officeDocument/2006/relationships/slide" Target="slides/slide76.xml"/>
   <Relationship Id="rId77" Type="http://schemas.openxmlformats.org/officeDocument/2006/relationships/slide" Target="slides/slide77.xml"/>
   <Relationship Id="rId78" Type="http://schemas.openxmlformats.org/officeDocument/2006/relationships/slide" Target="slides/slide78.xml"/>
   <Relationship Id="rId79" Type="http://schemas.openxmlformats.org/officeDocument/2006/relationships/slide" Target="slides/slide79.xml"/>
   <Relationship Id="rId80" Type="http://schemas.openxmlformats.org/officeDocument/2006/relationships/slide" Target="slides/slide80.xml"/>
   <Relationship Id="rId81" Type="http://schemas.openxmlformats.org/officeDocument/2006/relationships/slide" Target="slides/slide81.xml"/>
   <Relationship Id="rId82" Type="http://schemas.openxmlformats.org/officeDocument/2006/relationships/slide" Target="slides/slide82.xml"/>
   <Relationship Id="rId83" Type="http://schemas.openxmlformats.org/officeDocument/2006/relationships/slide" Target="slides/slide83.xml"/>
   <Relationship Id="rId84" Type="http://schemas.openxmlformats.org/officeDocument/2006/relationships/slide" Target="slides/slide84.xml"/>
   <Relationship Id="rId85" Type="http://schemas.openxmlformats.org/officeDocument/2006/relationships/slide" Target="slides/slide85.xml"/>
   <Relationship Id="rId86" Type="http://schemas.openxmlformats.org/officeDocument/2006/relationships/slide" Target="slides/slide86.xml"/>
   <Relationship Id="rId87" Type="http://schemas.openxmlformats.org/officeDocument/2006/relationships/slide" Target="slides/slide87.xml"/>
   <Relationship Id="rId88" Type="http://schemas.openxmlformats.org/officeDocument/2006/relationships/slide" Target="slides/slide88.xml"/>
   <Relationship Id="rId89" Type="http://schemas.openxmlformats.org/officeDocument/2006/relationships/slide" Target="slides/slide89.xml"/>
   <Relationship Id="rId90" Type="http://schemas.openxmlformats.org/officeDocument/2006/relationships/slide" Target="slides/slide90.xml"/>
   <Relationship Id="rId91" Type="http://schemas.openxmlformats.org/officeDocument/2006/relationships/slide" Target="slides/slide91.xml"/>
   <Relationship Id="rId92" Type="http://schemas.openxmlformats.org/officeDocument/2006/relationships/slide" Target="slides/slide92.xml"/>
   <Relationship Id="rId93" Type="http://schemas.openxmlformats.org/officeDocument/2006/relationships/slide" Target="slides/slide93.xml"/>
   <Relationship Id="rId94" Type="http://schemas.openxmlformats.org/officeDocument/2006/relationships/slide" Target="slides/slide94.xml"/>
   <Relationship Id="rId95" Type="http://schemas.openxmlformats.org/officeDocument/2006/relationships/slide" Target="slides/slide95.xml"/>
   <Relationship Id="rId96" Type="http://schemas.openxmlformats.org/officeDocument/2006/relationships/slide" Target="slides/slide96.xml"/>
   <Relationship Id="rId97" Type="http://schemas.openxmlformats.org/officeDocument/2006/relationships/slide" Target="slides/slide97.xml"/>
   <Relationship Id="rId98" Type="http://schemas.openxmlformats.org/officeDocument/2006/relationships/slide" Target="slides/slide98.xml"/>
   <Relationship Id="rId99" Type="http://schemas.openxmlformats.org/officeDocument/2006/relationships/slide" Target="slides/slide99.xml"/>
   <Relationship Id="rId100" Type="http://schemas.openxmlformats.org/officeDocument/2006/relationships/slide" Target="slides/slide100.xml"/>
   <Relationship Id="rId101" Type="http://schemas.openxmlformats.org/officeDocument/2006/relationships/slide" Target="slides/slide101.xml"/>
   <Relationship Id="rId102" Type="http://schemas.openxmlformats.org/officeDocument/2006/relationships/slide" Target="slides/slide102.xml"/>
   <Relationship Id="rId103" Type="http://schemas.openxmlformats.org/officeDocument/2006/relationships/slide" Target="slides/slide103.xml"/>
   <Relationship Id="rId104" Type="http://schemas.openxmlformats.org/officeDocument/2006/relationships/slide" Target="slides/slide104.xml"/>
   <Relationship Id="rId105" Type="http://schemas.openxmlformats.org/officeDocument/2006/relationships/slide" Target="slides/slide105.xml"/>
   <Relationship Id="rId106" Type="http://schemas.openxmlformats.org/officeDocument/2006/relationships/slide" Target="slides/slide106.xml"/>
   <Relationship Id="rId107" Type="http://schemas.openxmlformats.org/officeDocument/2006/relationships/slide" Target="slides/slide107.xml"/>
   <Relationship Id="rId108" Type="http://schemas.openxmlformats.org/officeDocument/2006/relationships/slide" Target="slides/slide108.xml"/>
   <Relationship Id="rId109" Type="http://schemas.openxmlformats.org/officeDocument/2006/relationships/slide" Target="slides/slide109.xml"/>
   <Relationship Id="rId110" Type="http://schemas.openxmlformats.org/officeDocument/2006/relationships/slide" Target="slides/slide110.xml"/>
   <Relationship Id="rId111" Type="http://schemas.openxmlformats.org/officeDocument/2006/relationships/slide" Target="slides/slide111.xml"/>
   <Relationship Id="rId112" Type="http://schemas.openxmlformats.org/officeDocument/2006/relationships/slide" Target="slides/slide112.xml"/>
   <Relationship Id="rId113" Type="http://schemas.openxmlformats.org/officeDocument/2006/relationships/slide" Target="slides/slide113.xml"/>
   <Relationship Id="rId114" Type="http://schemas.openxmlformats.org/officeDocument/2006/relationships/slide" Target="slides/slide114.xml"/>
   <Relationship Id="rId115" Type="http://schemas.openxmlformats.org/officeDocument/2006/relationships/slide" Target="slides/slide115.xml"/>
   <Relationship Id="rId116" Type="http://schemas.openxmlformats.org/officeDocument/2006/relationships/slide" Target="slides/slide116.xml"/>
   <Relationship Id="rId117" Type="http://schemas.openxmlformats.org/officeDocument/2006/relationships/slide" Target="slides/slide117.xml"/>
   <Relationship Id="rId118" Type="http://schemas.openxmlformats.org/officeDocument/2006/relationships/slide" Target="slides/slide118.xml"/>
   <Relationship Id="rId119" Type="http://schemas.openxmlformats.org/officeDocument/2006/relationships/slide" Target="slides/slide119.xml"/>
   <Relationship Id="rId120" Type="http://schemas.openxmlformats.org/officeDocument/2006/relationships/slide" Target="slides/slide120.xml"/>
   <Relationship Id="rId121" Type="http://schemas.openxmlformats.org/officeDocument/2006/relationships/slide" Target="slides/slide121.xml"/>
   <Relationship Id="rId122" Type="http://schemas.openxmlformats.org/officeDocument/2006/relationships/slide" Target="slides/slide122.xml"/>
   <Relationship Id="rId123" Type="http://schemas.openxmlformats.org/officeDocument/2006/relationships/slide" Target="slides/slide123.xml"/>
   <Relationship Id="rId124" Type="http://schemas.openxmlformats.org/officeDocument/2006/relationships/slide" Target="slides/slide124.xml"/>
   <Relationship Id="rId125" Type="http://schemas.openxmlformats.org/officeDocument/2006/relationships/slide" Target="slides/slide125.xml"/>
   <Relationship Id="rId126" Type="http://schemas.openxmlformats.org/officeDocument/2006/relationships/slide" Target="slides/slide126.xml"/>
   <Relationship Id="rId127" Type="http://schemas.openxmlformats.org/officeDocument/2006/relationships/slide" Target="slides/slide127.xml"/>
   <Relationship Id="rId128" Type="http://schemas.openxmlformats.org/officeDocument/2006/relationships/slide" Target="slides/slide128.xml"/>
   <Relationship Id="rId129" Type="http://schemas.openxmlformats.org/officeDocument/2006/relationships/slide" Target="slides/slide129.xml"/>
   <Relationship Id="rId130" Type="http://schemas.openxmlformats.org/officeDocument/2006/relationships/slide" Target="slides/slide130.xml"/>
   <Relationship Id="rId131" Type="http://schemas.openxmlformats.org/officeDocument/2006/relationships/slide" Target="slides/slide131.xml"/>
   <Relationship Id="rId132" Type="http://schemas.openxmlformats.org/officeDocument/2006/relationships/slide" Target="slides/slide132.xml"/>
   <Relationship Id="rId133" Type="http://schemas.openxmlformats.org/officeDocument/2006/relationships/slide" Target="slides/slide133.xml"/>
   <Relationship Id="rId134" Type="http://schemas.openxmlformats.org/officeDocument/2006/relationships/slide" Target="slides/slide134.xml"/>
   <Relationship Id="rId135" Type="http://schemas.openxmlformats.org/officeDocument/2006/relationships/slide" Target="slides/slide135.xml"/>
   <Relationship Id="rId136" Type="http://schemas.openxmlformats.org/officeDocument/2006/relationships/slide" Target="slides/slide136.xml"/>
   <Relationship Id="rId137" Type="http://schemas.openxmlformats.org/officeDocument/2006/relationships/slide" Target="slides/slide137.xml"/>
   <Relationship Id="rId138" Type="http://schemas.openxmlformats.org/officeDocument/2006/relationships/slide" Target="slides/slide138.xml"/>
   <Relationship Id="rId139" Type="http://schemas.openxmlformats.org/officeDocument/2006/relationships/slide" Target="slides/slide139.xml"/>
   <Relationship Id="rId140" Type="http://schemas.openxmlformats.org/officeDocument/2006/relationships/slide" Target="slides/slide140.xml"/>
   <Relationship Id="rId141" Type="http://schemas.openxmlformats.org/officeDocument/2006/relationships/slide" Target="slides/slide141.xml"/>
   <Relationship Id="rId142" Type="http://schemas.openxmlformats.org/officeDocument/2006/relationships/slide" Target="slides/slide142.xml"/>
   <Relationship Id="rId143" Type="http://schemas.openxmlformats.org/officeDocument/2006/relationships/slide" Target="slides/slide143.xml"/>
   <Relationship Id="rId144" Type="http://schemas.openxmlformats.org/officeDocument/2006/relationships/slide" Target="slides/slide144.xml"/>
   <Relationship Id="rId145" Type="http://schemas.openxmlformats.org/officeDocument/2006/relationships/slide" Target="slides/slide145.xml"/>
   <Relationship Id="rId146" Type="http://schemas.openxmlformats.org/officeDocument/2006/relationships/slide" Target="slides/slide146.xml"/>
   <Relationship Id="rId147" Type="http://schemas.openxmlformats.org/officeDocument/2006/relationships/slide" Target="slides/slide147.xml"/>
   <Relationship Id="rId148" Type="http://schemas.openxmlformats.org/officeDocument/2006/relationships/slide" Target="slides/slide148.xml"/>
   <Relationship Id="rId149" Type="http://schemas.openxmlformats.org/officeDocument/2006/relationships/slide" Target="slides/slide149.xml"/>
   <Relationship Id="rId150" Type="http://schemas.openxmlformats.org/officeDocument/2006/relationships/slide" Target="slides/slide150.xml"/>
   <Relationship Id="rId151" Type="http://schemas.openxmlformats.org/officeDocument/2006/relationships/slide" Target="slides/slide151.xml"/>
   <Relationship Id="rId152" Type="http://schemas.openxmlformats.org/officeDocument/2006/relationships/slide" Target="slides/slide152.xml"/>
   <Relationship Id="rId153" Type="http://schemas.openxmlformats.org/officeDocument/2006/relationships/slide" Target="slides/slide153.xml"/>
   <Relationship Id="rId154" Type="http://schemas.openxmlformats.org/officeDocument/2006/relationships/slide" Target="slides/slide154.xml"/>
   <Relationship Id="rId155" Type="http://schemas.openxmlformats.org/officeDocument/2006/relationships/slide" Target="slides/slide155.xml"/>
   <Relationship Id="rId156" Type="http://schemas.openxmlformats.org/officeDocument/2006/relationships/slide" Target="slides/slide156.xml"/>
   <Relationship Id="rId157" Type="http://schemas.openxmlformats.org/officeDocument/2006/relationships/slide" Target="slides/slide157.xml"/>
   <Relationship Id="rId158" Type="http://schemas.openxmlformats.org/officeDocument/2006/relationships/slide" Target="slides/slide158.xml"/>
   <Relationship Id="rId159" Type="http://schemas.openxmlformats.org/officeDocument/2006/relationships/slide" Target="slides/slide159.xml"/>
   <Relationship Id="rId160" Type="http://schemas.openxmlformats.org/officeDocument/2006/relationships/slide" Target="slides/slide160.xml"/>
   <Relationship Id="rId161" Type="http://schemas.openxmlformats.org/officeDocument/2006/relationships/slide" Target="slides/slide161.xml"/>
   <Relationship Id="rId162" Type="http://schemas.openxmlformats.org/officeDocument/2006/relationships/slide" Target="slides/slide162.xml"/>
   <Relationship Id="rId163" Type="http://schemas.openxmlformats.org/officeDocument/2006/relationships/slide" Target="slides/slide163.xml"/>
   <Relationship Id="rId164" Type="http://schemas.openxmlformats.org/officeDocument/2006/relationships/slide" Target="slides/slide164.xml"/>
   <Relationship Id="rId165" Type="http://schemas.openxmlformats.org/officeDocument/2006/relationships/slide" Target="slides/slide165.xml"/>
   <Relationship Id="rId166" Type="http://schemas.openxmlformats.org/officeDocument/2006/relationships/slide" Target="slides/slide166.xml"/>
   <Relationship Id="rId167" Type="http://schemas.openxmlformats.org/officeDocument/2006/relationships/slide" Target="slides/slide167.xml"/>
   <Relationship Id="rId168" Type="http://schemas.openxmlformats.org/officeDocument/2006/relationships/slide" Target="slides/slide168.xml"/>
   <Relationship Id="rId169" Type="http://schemas.openxmlformats.org/officeDocument/2006/relationships/slide" Target="slides/slide169.xml"/>
   <Relationship Id="rId170" Type="http://schemas.openxmlformats.org/officeDocument/2006/relationships/slide" Target="slides/slide170.xml"/>
   <Relationship Id="rId171" Type="http://schemas.openxmlformats.org/officeDocument/2006/relationships/slide" Target="slides/slide171.xml"/>
   <Relationship Id="rId172" Type="http://schemas.openxmlformats.org/officeDocument/2006/relationships/slide" Target="slides/slide172.xml"/>
   <Relationship Id="rId173" Type="http://schemas.openxmlformats.org/officeDocument/2006/relationships/slide" Target="slides/slide173.xml"/>
   <Relationship Id="rId174" Type="http://schemas.openxmlformats.org/officeDocument/2006/relationships/slide" Target="slides/slide174.xml"/>
   <Relationship Id="rId175" Type="http://schemas.openxmlformats.org/officeDocument/2006/relationships/slide" Target="slides/slide175.xml"/>
   <Relationship Id="rId176" Type="http://schemas.openxmlformats.org/officeDocument/2006/relationships/slide" Target="slides/slide176.xml"/>
   <Relationship Id="rId177" Type="http://schemas.openxmlformats.org/officeDocument/2006/relationships/slide" Target="slides/slide177.xml"/>
   <Relationship Id="rId178" Type="http://schemas.openxmlformats.org/officeDocument/2006/relationships/slide" Target="slides/slide178.xml"/>
   <Relationship Id="rId179" Type="http://schemas.openxmlformats.org/officeDocument/2006/relationships/slide" Target="slides/slide179.xml"/>
   <Relationship Id="rId180" Type="http://schemas.openxmlformats.org/officeDocument/2006/relationships/slide" Target="slides/slide180.xml"/>
   <Relationship Id="rId181" Type="http://schemas.openxmlformats.org/officeDocument/2006/relationships/slide" Target="slides/slide181.xml"/>
   <Relationship Id="rId182" Type="http://schemas.openxmlformats.org/officeDocument/2006/relationships/slide" Target="slides/slide182.xml"/>
   <Relationship Id="rId183" Type="http://schemas.openxmlformats.org/officeDocument/2006/relationships/slide" Target="slides/slide183.xml"/>
   <Relationship Id="rId184" Type="http://schemas.openxmlformats.org/officeDocument/2006/relationships/slide" Target="slides/slide184.xml"/>
   <Relationship Id="rId185" Type="http://schemas.openxmlformats.org/officeDocument/2006/relationships/slide" Target="slides/slide185.xml"/>
   <Relationship Id="rId186" Type="http://schemas.openxmlformats.org/officeDocument/2006/relationships/slide" Target="slides/slide186.xml"/>
   <Relationship Id="rId187" Type="http://schemas.openxmlformats.org/officeDocument/2006/relationships/slide" Target="slides/slide187.xml"/>
   <Relationship Id="rId188" Type="http://schemas.openxmlformats.org/officeDocument/2006/relationships/slide" Target="slides/slide188.xml"/>
   <Relationship Id="rId189" Type="http://schemas.openxmlformats.org/officeDocument/2006/relationships/slide" Target="slides/slide189.xml"/>
   <Relationship Id="rId190" Type="http://schemas.openxmlformats.org/officeDocument/2006/relationships/slide" Target="slides/slide190.xml"/>
   <Relationship Id="rId191" Type="http://schemas.openxmlformats.org/officeDocument/2006/relationships/slide" Target="slides/slide191.xml"/>
   <Relationship Id="rId192" Type="http://schemas.openxmlformats.org/officeDocument/2006/relationships/slide" Target="slides/slide192.xml"/>
   <Relationship Id="rId193" Type="http://schemas.openxmlformats.org/officeDocument/2006/relationships/slide" Target="slides/slide193.xml"/>
   <Relationship Id="rId194" Type="http://schemas.openxmlformats.org/officeDocument/2006/relationships/slide" Target="slides/slide194.xml"/>
   <Relationship Id="rId195" Type="http://schemas.openxmlformats.org/officeDocument/2006/relationships/slide" Target="slides/slide195.xml"/>
   <Relationship Id="rId196" Type="http://schemas.openxmlformats.org/officeDocument/2006/relationships/slide" Target="slides/slide196.xml"/>
   <Relationship Id="rId197" Type="http://schemas.openxmlformats.org/officeDocument/2006/relationships/slide" Target="slides/slide197.xml"/>
   <Relationship Id="rId198" Type="http://schemas.openxmlformats.org/officeDocument/2006/relationships/slide" Target="slides/slide198.xml"/>
   <Relationship Id="rId199" Type="http://schemas.openxmlformats.org/officeDocument/2006/relationships/slide" Target="slides/slide199.xml"/>
   <Relationship Id="rId200" Type="http://schemas.openxmlformats.org/officeDocument/2006/relationships/slide" Target="slides/slide200.xml"/>
   <Relationship Id="rId201" Type="http://schemas.openxmlformats.org/officeDocument/2006/relationships/slide" Target="slides/slide201.xml"/>
   <Relationship Id="rId202" Type="http://schemas.openxmlformats.org/officeDocument/2006/relationships/slide" Target="slides/slide202.xml"/>
   <Relationship Id="rId203" Type="http://schemas.openxmlformats.org/officeDocument/2006/relationships/slide" Target="slides/slide203.xml"/>
   <Relationship Id="rId204" Type="http://schemas.openxmlformats.org/officeDocument/2006/relationships/slide" Target="slides/slide204.xml"/>
   <Relationship Id="rId205" Type="http://schemas.openxmlformats.org/officeDocument/2006/relationships/slide" Target="slides/slide205.xml"/>
   <Relationship Id="rId206" Type="http://schemas.openxmlformats.org/officeDocument/2006/relationships/slide" Target="slides/slide206.xml"/>
   <Relationship Id="rId207" Type="http://schemas.openxmlformats.org/officeDocument/2006/relationships/slide" Target="slides/slide207.xml"/>
   <Relationship Id="rId208" Type="http://schemas.openxmlformats.org/officeDocument/2006/relationships/slide" Target="slides/slide208.xml"/>
   <Relationship Id="rId209" Type="http://schemas.openxmlformats.org/officeDocument/2006/relationships/slide" Target="slides/slide209.xml"/>
   <Relationship Id="rId210" Type="http://schemas.openxmlformats.org/officeDocument/2006/relationships/slide" Target="slides/slide210.xml"/>
   <Relationship Id="rId211" Type="http://schemas.openxmlformats.org/officeDocument/2006/relationships/slide" Target="slides/slide211.xml"/>
   <Relationship Id="rId212" Type="http://schemas.openxmlformats.org/officeDocument/2006/relationships/slide" Target="slides/slide212.xml"/>
   <Relationship Id="rId213" Type="http://schemas.openxmlformats.org/officeDocument/2006/relationships/slide" Target="slides/slide213.xml"/>
   <Relationship Id="rId214" Type="http://schemas.openxmlformats.org/officeDocument/2006/relationships/slide" Target="slides/slide214.xml"/>
   <Relationship Id="rId215" Type="http://schemas.openxmlformats.org/officeDocument/2006/relationships/slide" Target="slides/slide215.xml"/>
   <Relationship Id="rId216" Type="http://schemas.openxmlformats.org/officeDocument/2006/relationships/slide" Target="slides/slide216.xml"/>
   <Relationship Id="rId217" Type="http://schemas.openxmlformats.org/officeDocument/2006/relationships/slide" Target="slides/slide217.xml"/>
   <Relationship Id="rId218" Type="http://schemas.openxmlformats.org/officeDocument/2006/relationships/slide" Target="slides/slide218.xml"/>
   <Relationship Id="rId219" Type="http://schemas.openxmlformats.org/officeDocument/2006/relationships/slide" Target="slides/slide219.xml"/>
   <Relationship Id="rId220" Type="http://schemas.openxmlformats.org/officeDocument/2006/relationships/slide" Target="slides/slide220.xml"/>
   <Relationship Id="rId221" Type="http://schemas.openxmlformats.org/officeDocument/2006/relationships/slide" Target="slides/slide221.xml"/>
   <Relationship Id="rId222" Type="http://schemas.openxmlformats.org/officeDocument/2006/relationships/slide" Target="slides/slide222.xml"/>
   <Relationship Id="rId223" Type="http://schemas.openxmlformats.org/officeDocument/2006/relationships/slide" Target="slides/slide223.xml"/>
   <Relationship Id="rId224" Type="http://schemas.openxmlformats.org/officeDocument/2006/relationships/slide" Target="slides/slide224.xml"/>
   <Relationship Id="rId225" Type="http://schemas.openxmlformats.org/officeDocument/2006/relationships/slide" Target="slides/slide225.xml"/>
   <Relationship Id="rId226" Type="http://schemas.openxmlformats.org/officeDocument/2006/relationships/slide" Target="slides/slide226.xml"/>
   <Relationship Id="rId227" Type="http://schemas.openxmlformats.org/officeDocument/2006/relationships/slide" Target="slides/slide227.xml"/>
   <Relationship Id="rId228" Type="http://schemas.openxmlformats.org/officeDocument/2006/relationships/slide" Target="slides/slide228.xml"/>
   <Relationship Id="rId229" Type="http://schemas.openxmlformats.org/officeDocument/2006/relationships/slide" Target="slides/slide229.xml"/>
   <Relationship Id="rId230" Type="http://schemas.openxmlformats.org/officeDocument/2006/relationships/slide" Target="slides/slide230.xml"/>
   <Relationship Id="rId231" Type="http://schemas.openxmlformats.org/officeDocument/2006/relationships/slide" Target="slides/slide231.xml"/>
   <Relationship Id="rId232" Type="http://schemas.openxmlformats.org/officeDocument/2006/relationships/slide" Target="slides/slide232.xml"/>
   <Relationship Id="rId233" Type="http://schemas.openxmlformats.org/officeDocument/2006/relationships/slide" Target="slides/slide233.xml"/>
   <Relationship Id="rId234" Type="http://schemas.openxmlformats.org/officeDocument/2006/relationships/slide" Target="slides/slide234.xml"/>
   <Relationship Id="rId235" Type="http://schemas.openxmlformats.org/officeDocument/2006/relationships/slide" Target="slides/slide235.xml"/>
   <Relationship Id="rId236" Type="http://schemas.openxmlformats.org/officeDocument/2006/relationships/slide" Target="slides/slide236.xml"/>
   <Relationship Id="rId237" Type="http://schemas.openxmlformats.org/officeDocument/2006/relationships/slide" Target="slides/slide237.xml"/>
   <Relationship Id="rId238" Type="http://schemas.openxmlformats.org/officeDocument/2006/relationships/slide" Target="slides/slide238.xml"/>
   <Relationship Id="rId239" Type="http://schemas.openxmlformats.org/officeDocument/2006/relationships/slide" Target="slides/slide239.xml"/>
   <Relationship Id="rId240" Type="http://schemas.openxmlformats.org/officeDocument/2006/relationships/slide" Target="slides/slide240.xml"/>
   <Relationship Id="rId241" Type="http://schemas.openxmlformats.org/officeDocument/2006/relationships/slide" Target="slides/slide241.xml"/>
   <Relationship Id="rId242" Type="http://schemas.openxmlformats.org/officeDocument/2006/relationships/slide" Target="slides/slide242.xml"/>
   <Relationship Id="rId243" Type="http://schemas.openxmlformats.org/officeDocument/2006/relationships/slide" Target="slides/slide243.xml"/>
   <Relationship Id="rId244" Type="http://schemas.openxmlformats.org/officeDocument/2006/relationships/slide" Target="slides/slide244.xml"/>
   <Relationship Id="rId245" Type="http://schemas.openxmlformats.org/officeDocument/2006/relationships/slide" Target="slides/slide245.xml"/>
   <Relationship Id="rId246" Type="http://schemas.openxmlformats.org/officeDocument/2006/relationships/slide" Target="slides/slide246.xml"/>
   <Relationship Id="rId247" Type="http://schemas.openxmlformats.org/officeDocument/2006/relationships/slide" Target="slides/slide247.xml"/>
   <Relationship Id="rId248" Type="http://schemas.openxmlformats.org/officeDocument/2006/relationships/slide" Target="slides/slide248.xml"/>
   <Relationship Id="rId249" Type="http://schemas.openxmlformats.org/officeDocument/2006/relationships/slide" Target="slides/slide249.xml"/>
   <Relationship Id="rId250" Type="http://schemas.openxmlformats.org/officeDocument/2006/relationships/slide" Target="slides/slide250.xml"/>
   <Relationship Id="rId251" Type="http://schemas.openxmlformats.org/officeDocument/2006/relationships/slide" Target="slides/slide251.xml"/>
   <Relationship Id="rId252" Type="http://schemas.openxmlformats.org/officeDocument/2006/relationships/slide" Target="slides/slide252.xml"/>
   <Relationship Id="rId253" Type="http://schemas.openxmlformats.org/officeDocument/2006/relationships/slide" Target="slides/slide253.xml"/>
   <Relationship Id="rId254" Type="http://schemas.openxmlformats.org/officeDocument/2006/relationships/slide" Target="slides/slide254.xml"/>
   <Relationship Id="rId255" Type="http://schemas.openxmlformats.org/officeDocument/2006/relationships/slide" Target="slides/slide255.xml"/>
   <Relationship Id="rId256" Type="http://schemas.openxmlformats.org/officeDocument/2006/relationships/slide" Target="slides/slide256.xml"/>
   <Relationship Id="rId257" Type="http://schemas.openxmlformats.org/officeDocument/2006/relationships/slide" Target="slides/slide257.xml"/>
   <Relationship Id="rId258" Type="http://schemas.openxmlformats.org/officeDocument/2006/relationships/slide" Target="slides/slide258.xml"/>
   <Relationship Id="rId259" Type="http://schemas.openxmlformats.org/officeDocument/2006/relationships/slide" Target="slides/slide259.xml"/>
   <Relationship Id="rId260" Type="http://schemas.openxmlformats.org/officeDocument/2006/relationships/slide" Target="slides/slide260.xml"/>
   <Relationship Id="rId261" Type="http://schemas.openxmlformats.org/officeDocument/2006/relationships/slide" Target="slides/slide261.xml"/>
   <Relationship Id="rId262" Type="http://schemas.openxmlformats.org/officeDocument/2006/relationships/slide" Target="slides/slide262.xml"/>
   <Relationship Id="rId263" Type="http://schemas.openxmlformats.org/officeDocument/2006/relationships/slide" Target="slides/slide263.xml"/>
   <Relationship Id="rId264" Type="http://schemas.openxmlformats.org/officeDocument/2006/relationships/slide" Target="slides/slide264.xml"/>
   <Relationship Id="rId265" Type="http://schemas.openxmlformats.org/officeDocument/2006/relationships/slide" Target="slides/slide265.xml"/>
   <Relationship Id="rId266" Type="http://schemas.openxmlformats.org/officeDocument/2006/relationships/slide" Target="slides/slide266.xml"/>
   <Relationship Id="rId267" Type="http://schemas.openxmlformats.org/officeDocument/2006/relationships/slide" Target="slides/slide267.xml"/>
   <Relationship Id="rId268" Type="http://schemas.openxmlformats.org/officeDocument/2006/relationships/slide" Target="slides/slide268.xml"/>
   <Relationship Id="rId269" Type="http://schemas.openxmlformats.org/officeDocument/2006/relationships/slide" Target="slides/slide269.xml"/>
   <Relationship Id="rId270" Type="http://schemas.openxmlformats.org/officeDocument/2006/relationships/slide" Target="slides/slide270.xml"/>
   <Relationship Id="rId271" Type="http://schemas.openxmlformats.org/officeDocument/2006/relationships/slide" Target="slides/slide271.xml"/>
   <Relationship Id="rId272" Type="http://schemas.openxmlformats.org/officeDocument/2006/relationships/slide" Target="slides/slide272.xml"/>
   <Relationship Id="rId273" Type="http://schemas.openxmlformats.org/officeDocument/2006/relationships/slide" Target="slides/slide273.xml"/>
   <Relationship Id="rId274" Type="http://schemas.openxmlformats.org/officeDocument/2006/relationships/slide" Target="slides/slide274.xml"/>
   <Relationship Id="rId275" Type="http://schemas.openxmlformats.org/officeDocument/2006/relationships/slide" Target="slides/slide275.xml"/>
   <Relationship Id="rId276" Type="http://schemas.openxmlformats.org/officeDocument/2006/relationships/slide" Target="slides/slide276.xml"/>
   <Relationship Id="rId277" Type="http://schemas.openxmlformats.org/officeDocument/2006/relationships/slide" Target="slides/slide277.xml"/>
   <Relationship Id="rId278" Type="http://schemas.openxmlformats.org/officeDocument/2006/relationships/slide" Target="slides/slide278.xml"/>
   <Relationship Id="rId279" Type="http://schemas.openxmlformats.org/officeDocument/2006/relationships/slide" Target="slides/slide279.xml"/>
   <Relationship Id="rId280" Type="http://schemas.openxmlformats.org/officeDocument/2006/relationships/slide" Target="slides/slide280.xml"/>
   <Relationship Id="rId281" Type="http://schemas.openxmlformats.org/officeDocument/2006/relationships/slide" Target="slides/slide281.xml"/>
   <Relationship Id="rId282" Type="http://schemas.openxmlformats.org/officeDocument/2006/relationships/slide" Target="slides/slide282.xml"/>
   <Relationship Id="rId283" Type="http://schemas.openxmlformats.org/officeDocument/2006/relationships/slide" Target="slides/slide283.xml"/>
   <Relationship Id="rId284" Type="http://schemas.openxmlformats.org/officeDocument/2006/relationships/slide" Target="slides/slide284.xml"/>
   <Relationship Id="rId285" Type="http://schemas.openxmlformats.org/officeDocument/2006/relationships/slide" Target="slides/slide285.xml"/>
   <Relationship Id="rId286" Type="http://schemas.openxmlformats.org/officeDocument/2006/relationships/slide" Target="slides/slide286.xml"/>
   <Relationship Id="rId287" Type="http://schemas.openxmlformats.org/officeDocument/2006/relationships/slide" Target="slides/slide287.xml"/>
   <Relationship Id="rId288" Type="http://schemas.openxmlformats.org/officeDocument/2006/relationships/slide" Target="slides/slide288.xml"/>
   <Relationship Id="rId289" Type="http://schemas.openxmlformats.org/officeDocument/2006/relationships/slide" Target="slides/slide289.xml"/>
   <Relationship Id="rId290" Type="http://schemas.openxmlformats.org/officeDocument/2006/relationships/slide" Target="slides/slide290.xml"/>
   <Relationship Id="rId291" Type="http://schemas.openxmlformats.org/officeDocument/2006/relationships/slide" Target="slides/slide291.xml"/>
   <Relationship Id="rId292" Type="http://schemas.openxmlformats.org/officeDocument/2006/relationships/slide" Target="slides/slide292.xml"/>
   <Relationship Id="rId293" Type="http://schemas.openxmlformats.org/officeDocument/2006/relationships/slide" Target="slides/slide293.xml"/>
   <Relationship Id="rId294" Type="http://schemas.openxmlformats.org/officeDocument/2006/relationships/slide" Target="slides/slide294.xml"/>
   <Relationship Id="rId295" Type="http://schemas.openxmlformats.org/officeDocument/2006/relationships/slide" Target="slides/slide295.xml"/>
   <Relationship Id="rId296" Type="http://schemas.openxmlformats.org/officeDocument/2006/relationships/slide" Target="slides/slide296.xml"/>
   <Relationship Id="rId297" Type="http://schemas.openxmlformats.org/officeDocument/2006/relationships/slide" Target="slides/slide297.xml"/>
   <Relationship Id="rId298" Type="http://schemas.openxmlformats.org/officeDocument/2006/relationships/slide" Target="slides/slide298.xml"/>
   <Relationship Id="rId299" Type="http://schemas.openxmlformats.org/officeDocument/2006/relationships/slide" Target="slides/slide299.xml"/>
   <Relationship Id="rId300" Type="http://schemas.openxmlformats.org/officeDocument/2006/relationships/slide" Target="slides/slide300.xml"/>
   <Relationship Id="rId301" Type="http://schemas.openxmlformats.org/officeDocument/2006/relationships/slide" Target="slides/slide301.xml"/>
   <Relationship Id="rId302" Type="http://schemas.openxmlformats.org/officeDocument/2006/relationships/slide" Target="slides/slide302.xml"/>
   <Relationship Id="rId303" Type="http://schemas.openxmlformats.org/officeDocument/2006/relationships/slide" Target="slides/slide303.xml"/>
   <Relationship Id="rId304" Type="http://schemas.openxmlformats.org/officeDocument/2006/relationships/slide" Target="slides/slide304.xml"/>
   <Relationship Id="rId305" Type="http://schemas.openxmlformats.org/officeDocument/2006/relationships/slide" Target="slides/slide305.xml"/>
   <Relationship Id="rId306" Type="http://schemas.openxmlformats.org/officeDocument/2006/relationships/slide" Target="slides/slide306.xml"/>
   <Relationship Id="rId307" Type="http://schemas.openxmlformats.org/officeDocument/2006/relationships/slide" Target="slides/slide307.xml"/>
   <Relationship Id="rId308" Type="http://schemas.openxmlformats.org/officeDocument/2006/relationships/slide" Target="slides/slide308.xml"/>
   <Relationship Id="rId309" Type="http://schemas.openxmlformats.org/officeDocument/2006/relationships/slide" Target="slides/slide309.xml"/>
   <Relationship Id="rId310" Type="http://schemas.openxmlformats.org/officeDocument/2006/relationships/slide" Target="slides/slide310.xml"/>
   <Relationship Id="rId311" Type="http://schemas.openxmlformats.org/officeDocument/2006/relationships/slide" Target="slides/slide311.xml"/>
   <Relationship Id="rId312" Type="http://schemas.openxmlformats.org/officeDocument/2006/relationships/slide" Target="slides/slide312.xml"/>
   <Relationship Id="rId313" Type="http://schemas.openxmlformats.org/officeDocument/2006/relationships/slide" Target="slides/slide313.xml"/>
   <Relationship Id="rId314" Type="http://schemas.openxmlformats.org/officeDocument/2006/relationships/slide" Target="slides/slide314.xml"/>
   <Relationship Id="rId315" Type="http://schemas.openxmlformats.org/officeDocument/2006/relationships/slide" Target="slides/slide315.xml"/>
   <Relationship Id="rId316" Type="http://schemas.openxmlformats.org/officeDocument/2006/relationships/slide" Target="slides/slide316.xml"/>
   <Relationship Id="rId317" Type="http://schemas.openxmlformats.org/officeDocument/2006/relationships/slide" Target="slides/slide317.xml"/>
   <Relationship Id="rId318" Type="http://schemas.openxmlformats.org/officeDocument/2006/relationships/slide" Target="slides/slide318.xml"/>
   <Relationship Id="rId319" Type="http://schemas.openxmlformats.org/officeDocument/2006/relationships/slide" Target="slides/slide319.xml"/>
   <Relationship Id="rId320" Type="http://schemas.openxmlformats.org/officeDocument/2006/relationships/slide" Target="slides/slide320.xml"/>
   <Relationship Id="rId321" Type="http://schemas.openxmlformats.org/officeDocument/2006/relationships/slide" Target="slides/slide321.xml"/>
   <Relationship Id="rId322" Type="http://schemas.openxmlformats.org/officeDocument/2006/relationships/slide" Target="slides/slide322.xml"/>
   <Relationship Id="rId323" Type="http://schemas.openxmlformats.org/officeDocument/2006/relationships/slide" Target="slides/slide323.xml"/>
   <Relationship Id="rId324" Type="http://schemas.openxmlformats.org/officeDocument/2006/relationships/slide" Target="slides/slide324.xml"/>
   <Relationship Id="rId325" Type="http://schemas.openxmlformats.org/officeDocument/2006/relationships/slide" Target="slides/slide325.xml"/>
   <Relationship Id="rId326" Type="http://schemas.openxmlformats.org/officeDocument/2006/relationships/slide" Target="slides/slide326.xml"/>
   <Relationship Id="rId327" Type="http://schemas.openxmlformats.org/officeDocument/2006/relationships/slide" Target="slides/slide327.xml"/>
   <Relationship Id="rId328" Type="http://schemas.openxmlformats.org/officeDocument/2006/relationships/slide" Target="slides/slide328.xml"/>
   <Relationship Id="rId329" Type="http://schemas.openxmlformats.org/officeDocument/2006/relationships/slide" Target="slides/slide329.xml"/>
   <Relationship Id="rId330" Type="http://schemas.openxmlformats.org/officeDocument/2006/relationships/slide" Target="slides/slide330.xml"/>
   <Relationship Id="rId331" Type="http://schemas.openxmlformats.org/officeDocument/2006/relationships/slide" Target="slides/slide331.xml"/>
   <Relationship Id="rId332" Type="http://schemas.openxmlformats.org/officeDocument/2006/relationships/slide" Target="slides/slide332.xml"/>
   <Relationship Id="rId333" Type="http://schemas.openxmlformats.org/officeDocument/2006/relationships/slide" Target="slides/slide333.xml"/>
   <Relationship Id="rId334" Type="http://schemas.openxmlformats.org/officeDocument/2006/relationships/slide" Target="slides/slide334.xml"/>
   <Relationship Id="rId335" Type="http://schemas.openxmlformats.org/officeDocument/2006/relationships/slide" Target="slides/slide335.xml"/>
   <Relationship Id="rId336" Type="http://schemas.openxmlformats.org/officeDocument/2006/relationships/slide" Target="slides/slide336.xml"/>
   <Relationship Id="rId337" Type="http://schemas.openxmlformats.org/officeDocument/2006/relationships/slide" Target="slides/slide337.xml"/>
   <Relationship Id="rId338" Type="http://schemas.openxmlformats.org/officeDocument/2006/relationships/slide" Target="slides/slide338.xml"/>
   <Relationship Id="rId339" Type="http://schemas.openxmlformats.org/officeDocument/2006/relationships/slide" Target="slides/slide339.xml"/>
   <Relationship Id="rId340" Type="http://schemas.openxmlformats.org/officeDocument/2006/relationships/slide" Target="slides/slide340.xml"/>
   <Relationship Id="rId341" Type="http://schemas.openxmlformats.org/officeDocument/2006/relationships/slide" Target="slides/slide341.xml"/>
   <Relationship Id="rId342" Type="http://schemas.openxmlformats.org/officeDocument/2006/relationships/slide" Target="slides/slide342.xml"/>
   <Relationship Id="rId343" Type="http://schemas.openxmlformats.org/officeDocument/2006/relationships/slide" Target="slides/slide343.xml"/>
   <Relationship Id="rId344" Type="http://schemas.openxmlformats.org/officeDocument/2006/relationships/slide" Target="slides/slide344.xml"/>
   <Relationship Id="rId345" Type="http://schemas.openxmlformats.org/officeDocument/2006/relationships/slide" Target="slides/slide345.xml"/>
   <Relationship Id="rId346" Type="http://schemas.openxmlformats.org/officeDocument/2006/relationships/slide" Target="slides/slide346.xml"/>
   <Relationship Id="rId347" Type="http://schemas.openxmlformats.org/officeDocument/2006/relationships/slide" Target="slides/slide347.xml"/>
   <Relationship Id="rId348" Type="http://schemas.openxmlformats.org/officeDocument/2006/relationships/slide" Target="slides/slide348.xml"/>
   <Relationship Id="rId349" Type="http://schemas.openxmlformats.org/officeDocument/2006/relationships/slide" Target="slides/slide349.xml"/>
   <Relationship Id="rId350" Type="http://schemas.openxmlformats.org/officeDocument/2006/relationships/slide" Target="slides/slide350.xml"/>
   <Relationship Id="rId351" Type="http://schemas.openxmlformats.org/officeDocument/2006/relationships/slide" Target="slides/slide351.xml"/>
   <Relationship Id="rId352" Type="http://schemas.openxmlformats.org/officeDocument/2006/relationships/slide" Target="slides/slide352.xml"/>
   <Relationship Id="rId353" Type="http://schemas.openxmlformats.org/officeDocument/2006/relationships/slide" Target="slides/slide353.xml"/>
   <Relationship Id="rId354" Type="http://schemas.openxmlformats.org/officeDocument/2006/relationships/slide" Target="slides/slide354.xml"/>
   <Relationship Id="rId355" Type="http://schemas.openxmlformats.org/officeDocument/2006/relationships/slide" Target="slides/slide355.xml"/>
   <Relationship Id="rId356" Type="http://schemas.openxmlformats.org/officeDocument/2006/relationships/slide" Target="slides/slide356.xml"/>
   <Relationship Id="rId357" Type="http://schemas.openxmlformats.org/officeDocument/2006/relationships/slide" Target="slides/slide357.xml"/>
   <Relationship Id="rId358" Type="http://schemas.openxmlformats.org/officeDocument/2006/relationships/slide" Target="slides/slide358.xml"/>
   <Relationship Id="rId359" Type="http://schemas.openxmlformats.org/officeDocument/2006/relationships/slide" Target="slides/slide359.xml"/>
   <Relationship Id="rId360" Type="http://schemas.openxmlformats.org/officeDocument/2006/relationships/slide" Target="slides/slide360.xml"/>
   <Relationship Id="rId361" Type="http://schemas.openxmlformats.org/officeDocument/2006/relationships/slide" Target="slides/slide361.xml"/>
   <Relationship Id="rId362" Type="http://schemas.openxmlformats.org/officeDocument/2006/relationships/slide" Target="slides/slide362.xml"/>
   <Relationship Id="rId363" Type="http://schemas.openxmlformats.org/officeDocument/2006/relationships/slide" Target="slides/slide363.xml"/>
   <Relationship Id="rId364" Type="http://schemas.openxmlformats.org/officeDocument/2006/relationships/slide" Target="slides/slide364.xml"/>
   <Relationship Id="rId365" Type="http://schemas.openxmlformats.org/officeDocument/2006/relationships/slide" Target="slides/slide365.xml"/>
   <Relationship Id="rId366" Type="http://schemas.openxmlformats.org/officeDocument/2006/relationships/slide" Target="slides/slide366.xml"/>
   <Relationship Id="rId367" Type="http://schemas.openxmlformats.org/officeDocument/2006/relationships/slide" Target="slides/slide367.xml"/>
   <Relationship Id="rId368" Type="http://schemas.openxmlformats.org/officeDocument/2006/relationships/slide" Target="slides/slide368.xml"/>
   <Relationship Id="rId369" Type="http://schemas.openxmlformats.org/officeDocument/2006/relationships/slide" Target="slides/slide369.xml"/>
   <Relationship Id="rId370" Type="http://schemas.openxmlformats.org/officeDocument/2006/relationships/slide" Target="slides/slide370.xml"/>
   <Relationship Id="rId371" Type="http://schemas.openxmlformats.org/officeDocument/2006/relationships/slide" Target="slides/slide371.xml"/>
   <Relationship Id="rId372" Type="http://schemas.openxmlformats.org/officeDocument/2006/relationships/slide" Target="slides/slide372.xml"/>
   <Relationship Id="rId373" Type="http://schemas.openxmlformats.org/officeDocument/2006/relationships/slide" Target="slides/slide373.xml"/>
   <Relationship Id="rId374" Type="http://schemas.openxmlformats.org/officeDocument/2006/relationships/slide" Target="slides/slide374.xml"/>
   <Relationship Id="rId375" Type="http://schemas.openxmlformats.org/officeDocument/2006/relationships/slide" Target="slides/slide375.xml"/>
   <Relationship Id="rId376" Type="http://schemas.openxmlformats.org/officeDocument/2006/relationships/slide" Target="slides/slide376.xml"/>
   <Relationship Id="rId377" Type="http://schemas.openxmlformats.org/officeDocument/2006/relationships/slide" Target="slides/slide377.xml"/>
   <Relationship Id="rId378" Type="http://schemas.openxmlformats.org/officeDocument/2006/relationships/slide" Target="slides/slide378.xml"/>
   <Relationship Id="rId379" Type="http://schemas.openxmlformats.org/officeDocument/2006/relationships/slide" Target="slides/slide379.xml"/>
   <Relationship Id="rId380" Type="http://schemas.openxmlformats.org/officeDocument/2006/relationships/slide" Target="slides/slide380.xml"/>
   <Relationship Id="rId381" Type="http://schemas.openxmlformats.org/officeDocument/2006/relationships/slide" Target="slides/slide381.xml"/>
   <Relationship Id="rId382" Type="http://schemas.openxmlformats.org/officeDocument/2006/relationships/slide" Target="slides/slide382.xml"/>
   <Relationship Id="rId383" Type="http://schemas.openxmlformats.org/officeDocument/2006/relationships/slide" Target="slides/slide383.xml"/>
   <Relationship Id="rId384" Type="http://schemas.openxmlformats.org/officeDocument/2006/relationships/slide" Target="slides/slide384.xml"/>
   <Relationship Id="rId385" Type="http://schemas.openxmlformats.org/officeDocument/2006/relationships/slide" Target="slides/slide385.xml"/>
   <Relationship Id="rId386" Type="http://schemas.openxmlformats.org/officeDocument/2006/relationships/slide" Target="slides/slide386.xml"/>
   <Relationship Id="rId387" Type="http://schemas.openxmlformats.org/officeDocument/2006/relationships/slide" Target="slides/slide387.xml"/>
   <Relationship Id="rId388" Type="http://schemas.openxmlformats.org/officeDocument/2006/relationships/slide" Target="slides/slide388.xml"/>
   <Relationship Id="rId389" Type="http://schemas.openxmlformats.org/officeDocument/2006/relationships/slide" Target="slides/slide389.xml"/>
   <Relationship Id="rId390" Type="http://schemas.openxmlformats.org/officeDocument/2006/relationships/slide" Target="slides/slide390.xml"/>
   <Relationship Id="rId391" Type="http://schemas.openxmlformats.org/officeDocument/2006/relationships/slide" Target="slides/slide391.xml"/>
   <Relationship Id="rId392" Type="http://schemas.openxmlformats.org/officeDocument/2006/relationships/slide" Target="slides/slide392.xml"/>
   <Relationship Id="rId393" Type="http://schemas.openxmlformats.org/officeDocument/2006/relationships/slide" Target="slides/slide393.xml"/>
   <Relationship Id="rId394" Type="http://schemas.openxmlformats.org/officeDocument/2006/relationships/slide" Target="slides/slide394.xml"/>
   <Relationship Id="rId395" Type="http://schemas.openxmlformats.org/officeDocument/2006/relationships/slide" Target="slides/slide395.xml"/>
   <Relationship Id="rId396" Type="http://schemas.openxmlformats.org/officeDocument/2006/relationships/slide" Target="slides/slide396.xml"/>
   <Relationship Id="rId397" Type="http://schemas.openxmlformats.org/officeDocument/2006/relationships/slide" Target="slides/slide397.xml"/>
   <Relationship Id="rId398" Type="http://schemas.openxmlformats.org/officeDocument/2006/relationships/slide" Target="slides/slide398.xml"/>
   <Relationship Id="rId399" Type="http://schemas.openxmlformats.org/officeDocument/2006/relationships/viewProps" Target="viewProps.xml"/>
   <Relationship Id="rId400" Type="http://schemas.openxmlformats.org/officeDocument/2006/relationships/presProps" Target="presProps.xml"/>
   <Relationship Id="rId401" Type="http://schemas.openxmlformats.org/officeDocument/2006/relationships/tableStyles" Target="tableStyles.xml"/>
   <Relationship Id="rId402" Type="http://schemas.openxmlformats.org/officeDocument/2006/relationships/theme" Target="theme/theme1.xml"/>
   <Relationship Id="rId403" Type="http://schemas.openxmlformats.org/officeDocument/2006/relationships/slideMaster" Target="slideMasters/slideMaster1.xml"/>
</Relationships>

</file>

<file path=ppt/slideLayouts/_rels/slideLayout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1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2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0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1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2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3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4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5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6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7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8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8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399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0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1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2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3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4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5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6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_rels/slideLayout407.xml.rels><?xml version="1.0" encoding="UTF-8" standalone="yes"?>
<Relationships xmlns="http://schemas.openxmlformats.org/package/2006/relationships">
   <Relationship Id="rId1" Type="http://schemas.openxmlformats.org/officeDocument/2006/relationships/slideMaster" Target="../slideMasters/slideMaster1.xml"/>
</Relationships>
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408430"/>
            <a:ext cy="1143000" cx="63265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137920"/>
            <a:ext cy="1524000" cx="68681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69770"/>
            <a:ext cy="762000" cx="52038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271905"/>
            <a:ext cy="762000" cx="65995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882900" x="1849755"/>
            <a:ext cy="1524000" cx="5443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3556000" cx="86271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2540000" cx="86271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049020"/>
            <a:ext cy="1143000" cx="70453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993140"/>
            <a:ext cy="1524000" cx="7157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69770"/>
            <a:ext cy="762000" cx="52038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817245"/>
            <a:ext cy="762000" cx="75095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882900" x="1849755"/>
            <a:ext cy="1524000" cx="5443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3556000" cx="86271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2540000" cx="86271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049020"/>
            <a:ext cy="1143000" cx="70453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063625"/>
            <a:ext cy="1524000" cx="70167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55165"/>
            <a:ext cy="762000" cx="52336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887730"/>
            <a:ext cy="762000" cx="73685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882900" x="1849755"/>
            <a:ext cy="1524000" cx="5443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3556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2540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408430"/>
            <a:ext cy="1143000" cx="63265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208405"/>
            <a:ext cy="1524000" cx="672719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55165"/>
            <a:ext cy="762000" cx="52336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342390"/>
            <a:ext cy="762000" cx="645858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882900" x="1849755"/>
            <a:ext cy="1524000" cx="5443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3556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2540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597535"/>
            <a:ext cy="4191000" cx="79489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597535"/>
            <a:ext cy="2540000" cx="7948930"/>
          </a:xfrm>
        </p:spPr>
      </p:sp>
      <p:sp>
        <p:nvSpPr>
          <p:cNvPr id="4" name="Table Placeholder 2"/>
          <p:cNvSpPr>
            <a:spLocks noGrp="1"/>
          </p:cNvSpPr>
          <p:nvPr>
            <p:ph idx="3" type="tbl"/>
          </p:nvPr>
        </p:nvSpPr>
        <p:spPr>
          <a:xfrm>
            <a:off y="4978400" x="1718945"/>
            <a:ext cy="1143000" cx="5705475"/>
          </a:xfrm>
        </p:spPr>
      </p:sp>
      <p:sp>
        <p:nvSpPr>
          <p:cNvPr id="5" name="Date Placeholder"/>
          <p:cNvSpPr>
            <a:spLocks noGrp="1"/>
          </p:cNvSpPr>
          <p:nvPr>
            <p:ph idx="4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6" name="Slide Number Placeholder"/>
          <p:cNvSpPr>
            <a:spLocks noGrp="1"/>
          </p:cNvSpPr>
          <p:nvPr>
            <p:ph idx="5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718945"/>
            <a:ext cy="1905000" cx="5705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597535"/>
            <a:ext cy="4191000" cx="79489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597535"/>
            <a:ext cy="2540000" cx="7948930"/>
          </a:xfrm>
        </p:spPr>
      </p:sp>
      <p:sp>
        <p:nvSpPr>
          <p:cNvPr id="4" name="Table Placeholder 2"/>
          <p:cNvSpPr>
            <a:spLocks noGrp="1"/>
          </p:cNvSpPr>
          <p:nvPr>
            <p:ph idx="3" type="tbl"/>
          </p:nvPr>
        </p:nvSpPr>
        <p:spPr>
          <a:xfrm>
            <a:off y="4978400" x="1722755"/>
            <a:ext cy="1143000" cx="5697855"/>
          </a:xfrm>
        </p:spPr>
      </p:sp>
      <p:sp>
        <p:nvSpPr>
          <p:cNvPr id="5" name="Date Placeholder"/>
          <p:cNvSpPr>
            <a:spLocks noGrp="1"/>
          </p:cNvSpPr>
          <p:nvPr>
            <p:ph idx="4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6" name="Slide Number Placeholder"/>
          <p:cNvSpPr>
            <a:spLocks noGrp="1"/>
          </p:cNvSpPr>
          <p:nvPr>
            <p:ph idx="5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722755"/>
            <a:ext cy="1905000" cx="5697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357120"/>
            <a:ext cy="4191000" cx="44291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357120"/>
            <a:ext cy="2540000" cx="4429125"/>
          </a:xfrm>
        </p:spPr>
      </p:sp>
      <p:sp>
        <p:nvSpPr>
          <p:cNvPr id="4" name="Table Placeholder 2"/>
          <p:cNvSpPr>
            <a:spLocks noGrp="1"/>
          </p:cNvSpPr>
          <p:nvPr>
            <p:ph idx="3" type="tbl"/>
          </p:nvPr>
        </p:nvSpPr>
        <p:spPr>
          <a:xfrm>
            <a:off y="4978400" x="1751330"/>
            <a:ext cy="1143000" cx="5641340"/>
          </a:xfrm>
        </p:spPr>
      </p:sp>
      <p:sp>
        <p:nvSpPr>
          <p:cNvPr id="5" name="Date Placeholder"/>
          <p:cNvSpPr>
            <a:spLocks noGrp="1"/>
          </p:cNvSpPr>
          <p:nvPr>
            <p:ph idx="4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6" name="Slide Number Placeholder"/>
          <p:cNvSpPr>
            <a:spLocks noGrp="1"/>
          </p:cNvSpPr>
          <p:nvPr>
            <p:ph idx="5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751330"/>
            <a:ext cy="2286000" cx="56413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786380"/>
            <a:ext cy="2667000" cx="35712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728345"/>
            <a:ext cy="1905000" cx="7686675"/>
          </a:xfrm>
        </p:spPr>
      </p:sp>
      <p:sp>
        <p:nvSpPr>
          <p:cNvPr id="4" name="Table Placeholder 2"/>
          <p:cNvSpPr>
            <a:spLocks noGrp="1"/>
          </p:cNvSpPr>
          <p:nvPr>
            <p:ph idx="3" type="tbl"/>
          </p:nvPr>
        </p:nvSpPr>
        <p:spPr>
          <a:xfrm>
            <a:off y="4406900" x="1757680"/>
            <a:ext cy="1905000" cx="5628005"/>
          </a:xfrm>
        </p:spPr>
      </p:sp>
      <p:sp>
        <p:nvSpPr>
          <p:cNvPr id="5" name="Date Placeholder"/>
          <p:cNvSpPr>
            <a:spLocks noGrp="1"/>
          </p:cNvSpPr>
          <p:nvPr>
            <p:ph idx="4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6" name="Slide Number Placeholder"/>
          <p:cNvSpPr>
            <a:spLocks noGrp="1"/>
          </p:cNvSpPr>
          <p:nvPr>
            <p:ph idx="5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626110"/>
            <a:ext cy="1905000" cx="7891780"/>
          </a:xfrm>
        </p:spPr>
      </p:sp>
      <p:sp>
        <p:nvSpPr>
          <p:cNvPr id="4" name="Table Placeholder 2"/>
          <p:cNvSpPr>
            <a:spLocks noGrp="1"/>
          </p:cNvSpPr>
          <p:nvPr>
            <p:ph idx="3" type="tbl"/>
          </p:nvPr>
        </p:nvSpPr>
        <p:spPr>
          <a:xfrm>
            <a:off y="4406900" x="1577340"/>
            <a:ext cy="1905000" cx="5988685"/>
          </a:xfrm>
        </p:spPr>
      </p:sp>
      <p:sp>
        <p:nvSpPr>
          <p:cNvPr id="5" name="Date Placeholder"/>
          <p:cNvSpPr>
            <a:spLocks noGrp="1"/>
          </p:cNvSpPr>
          <p:nvPr>
            <p:ph idx="4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6" name="Slide Number Placeholder"/>
          <p:cNvSpPr>
            <a:spLocks noGrp="1"/>
          </p:cNvSpPr>
          <p:nvPr>
            <p:ph idx="5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10080"/>
            <a:ext cy="1143000" cx="53238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697355"/>
            <a:ext cy="1143000" cx="57486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364105"/>
            <a:ext cy="381000" cx="441579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035685"/>
            <a:ext cy="2286000" cx="707199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960245"/>
            <a:ext cy="3556000" cx="52228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285365"/>
            <a:ext cy="2286000" cx="45732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114675"/>
            <a:ext cy="1778000" cx="291401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746885"/>
            <a:ext cy="4191000" cx="5650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746885"/>
            <a:ext cy="2667000" cx="5650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660015"/>
            <a:ext cy="762000" cx="38239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30475"/>
            <a:ext cy="1905000" cx="40830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08885"/>
            <a:ext cy="2159000" cx="4126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007870"/>
            <a:ext cy="3683000" cx="51276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007870"/>
            <a:ext cy="1778000" cx="51276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9080"/>
            <a:ext cy="3556000" cx="86258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9080"/>
            <a:ext cy="3810000" cx="86258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9080"/>
            <a:ext cy="1778000" cx="86258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693420"/>
            <a:ext cy="4064000" cx="77571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693420"/>
            <a:ext cy="2159000" cx="77571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576705"/>
            <a:ext cy="1905000" cx="599059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1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29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0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1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2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4572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4572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3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1101090"/>
            <a:ext cy="3429000" cx="69418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485900" x="2741295"/>
            <a:ext cy="3429000" cx="366141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285365"/>
            <a:ext cy="2286000" cx="45732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663825"/>
            <a:ext cy="2159000" cx="381571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691765"/>
            <a:ext cy="1524000" cx="375983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660015"/>
            <a:ext cy="762000" cx="38239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30475"/>
            <a:ext cy="1905000" cx="40830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08885"/>
            <a:ext cy="2159000" cx="4126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106930"/>
            <a:ext cy="2540000" cx="49301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4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2730"/>
            <a:ext cy="4064000" cx="86379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874520"/>
            <a:ext cy="4064000" cx="53949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252730"/>
            <a:ext cy="3048000" cx="863790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874520"/>
            <a:ext cy="3048000" cx="53949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527050"/>
            <a:ext cy="4064000" cx="80899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285365"/>
            <a:ext cy="2286000" cx="45732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3157220"/>
            <a:ext cy="1778000" cx="28295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1746885"/>
            <a:ext cy="3810000" cx="5650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1746885"/>
            <a:ext cy="3048000" cx="5650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5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660015"/>
            <a:ext cy="762000" cx="38239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530475"/>
            <a:ext cy="1905000" cx="40830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508885"/>
            <a:ext cy="2159000" cx="412623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078355"/>
            <a:ext cy="3302000" cx="49866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078355"/>
            <a:ext cy="1778000" cx="49866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57175"/>
            <a:ext cy="3810000" cx="862901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257175"/>
            <a:ext cy="3429000" cx="862901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693420"/>
            <a:ext cy="3683000" cx="77571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693420"/>
            <a:ext cy="2159000" cx="77571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1576705"/>
            <a:ext cy="1905000" cx="599059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6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1240155"/>
            <a:ext cy="1143000" cx="66630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638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1063625"/>
            <a:ext cy="1524000" cx="70167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1955165"/>
            <a:ext cy="762000" cx="52336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831215"/>
            <a:ext cy="762000" cx="74815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971800" x="2338070"/>
            <a:ext cy="3352800" cx="446786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63800" x="1999615"/>
            <a:ext cy="3858260" cx="51447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3416300" x="1920240"/>
            <a:ext cy="1524000" cx="530288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7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971800" x="571500"/>
            <a:ext cy="3175000" cx="800036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1049020"/>
            <a:ext cy="1143000" cx="704532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930400" x="3337560"/>
            <a:ext cy="762000" cx="246888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063625"/>
            <a:ext cy="1524000" cx="701675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1955165"/>
            <a:ext cy="762000" cx="523367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887730"/>
            <a:ext cy="762000" cx="736854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2438400" x="1981200"/>
            <a:ext cy="3883025" cx="518160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89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Picture Placeholder 1"/>
          <p:cNvSpPr>
            <a:spLocks noGrp="1"/>
          </p:cNvSpPr>
          <p:nvPr>
            <p:ph idx="2" type="pic"/>
          </p:nvPr>
        </p:nvSpPr>
        <p:spPr>
          <a:xfrm>
            <a:off y="1930400" x="1691640"/>
            <a:ext cy="4321810" cx="576072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0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882900" x="1849755"/>
            <a:ext cy="1524000" cx="544385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1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3556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2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2438400" x="258445"/>
            <a:ext cy="2540000" cx="86264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3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Picture Placeholder 1"/>
          <p:cNvSpPr>
            <a:spLocks noGrp="1"/>
          </p:cNvSpPr>
          <p:nvPr>
            <p:ph idx="1" type="pic"/>
          </p:nvPr>
        </p:nvSpPr>
        <p:spPr>
          <a:xfrm>
            <a:off y="228600" x="1691640"/>
            <a:ext cy="4321810" cx="5760720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4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Picture Placeholder 1"/>
          <p:cNvSpPr>
            <a:spLocks noGrp="1"/>
          </p:cNvSpPr>
          <p:nvPr>
            <p:ph idx="1" type="pic"/>
          </p:nvPr>
        </p:nvSpPr>
        <p:spPr>
          <a:xfrm>
            <a:off y="228600" x="1691640"/>
            <a:ext cy="4321810" cx="5760720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5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Picture Placeholder 1"/>
          <p:cNvSpPr>
            <a:spLocks noGrp="1"/>
          </p:cNvSpPr>
          <p:nvPr>
            <p:ph idx="1" type="pic"/>
          </p:nvPr>
        </p:nvSpPr>
        <p:spPr>
          <a:xfrm>
            <a:off y="228600" x="1691640"/>
            <a:ext cy="4321810" cx="5760720"/>
          </a:xfrm>
        </p:spPr>
      </p:sp>
      <p:sp>
        <p:nvSpPr>
          <p:cNvPr id="3" name="Date Placeholder"/>
          <p:cNvSpPr>
            <a:spLocks noGrp="1"/>
          </p:cNvSpPr>
          <p:nvPr>
            <p:ph idx="2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4" name="Slide Number Placeholder"/>
          <p:cNvSpPr>
            <a:spLocks noGrp="1"/>
          </p:cNvSpPr>
          <p:nvPr>
            <p:ph idx="3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6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397000" x="2364105"/>
            <a:ext cy="381000" cx="4415790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7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397000" x="1035685"/>
            <a:ext cy="2286000" cx="707199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p="http://schemas.openxmlformats.org/presentationml/2006/main" xmlns:r="http://schemas.openxmlformats.org/officeDocument/2006/relationships" type="tbl" preserve="1">
  <p:cSld name="ODS 布局 398"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r>
              <a:rPr lang="zh-CN" smtClean="0"/>
              <a:t>点击添加标题</a:t>
            </a:r>
            <a:endParaRPr lang="zh-CN"/>
          </a:p>
        </p:txBody>
      </p:sp>
      <p:sp>
        <p:nvSpPr>
          <p:cNvPr id="3" name="Table Placeholder 1"/>
          <p:cNvSpPr>
            <a:spLocks noGrp="1"/>
          </p:cNvSpPr>
          <p:nvPr>
            <p:ph idx="2" type="tbl"/>
          </p:nvPr>
        </p:nvSpPr>
        <p:spPr>
          <a:xfrm>
            <a:off y="1397000" x="1960245"/>
            <a:ext cy="3556000" cx="5222875"/>
          </a:xfrm>
        </p:spPr>
      </p:sp>
      <p:sp>
        <p:nvSpPr>
          <p:cNvPr id="4" name="Date Placeholder"/>
          <p:cNvSpPr>
            <a:spLocks noGrp="1"/>
          </p:cNvSpPr>
          <p:nvPr>
            <p:ph idx="3" type="dt" sz="half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smtClean="0"/>
              <a:t>Click to edit Master subtitle style</a:t>
            </a:r>
            <a:endParaRPr lang="zh-C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416020458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720930445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1305524655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1718409564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622420454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845013108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426721907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smtClean="0"/>
              <a:t>Click to edit Master text styles</a:t>
            </a:r>
          </a:p>
          <a:p>
            <a:pPr lvl="1"/>
            <a:r>
              <a:rPr lang="zh-CN" smtClean="0"/>
              <a:t>Second level</a:t>
            </a:r>
          </a:p>
          <a:p>
            <a:pPr lvl="2"/>
            <a:r>
              <a:rPr lang="zh-CN" smtClean="0"/>
              <a:t>Third level</a:t>
            </a:r>
          </a:p>
          <a:p>
            <a:pPr lvl="3"/>
            <a:r>
              <a:rPr lang="zh-CN" smtClean="0"/>
              <a:t>Fourth level</a:t>
            </a:r>
          </a:p>
          <a:p>
            <a:pPr lvl="4"/>
            <a:r>
              <a:rPr lang="zh-CN" smtClean="0"/>
              <a:t>Fifth level</a:t>
            </a:r>
            <a:endParaRPr lang="zh-C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377655317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smtClean="0"/>
              <a:t>Click to edit Master title style</a:t>
            </a:r>
            <a:endParaRPr lang="zh-C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DEAC7D-4248-425B-9A90-19D17D285B60}" type="datetimeFigureOut">
              <a:rPr lang="zh-CN" smtClean="0"/>
              <a:t>1/5/11</a:t>
            </a:fld>
            <a:endParaRPr 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5F30E-81E2-4322-A239-C87991F922BA}" type="slidenum">
              <a:rPr lang="zh-CN" smtClean="0"/>
              <a:t>‹#›</a:t>
            </a:fld>
            <a:endParaRPr lang="zh-CN"/>
          </a:p>
        </p:txBody>
      </p:sp>
    </p:spTree>
    <p:extLst>
      <p:ext uri="{BB962C8B-B14F-4D97-AF65-F5344CB8AC3E}">
        <p14:creationId xmlns:p14="http://schemas.microsoft.com/office/powerpoint/2010/main" val="2195561481"/>
      </p:ext>
    </p:extLst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.xml"/>
   <Relationship Id="rId2" Type="http://schemas.openxmlformats.org/officeDocument/2006/relationships/slideLayout" Target="../slideLayouts/slideLayout2.xml"/>
   <Relationship Id="rId3" Type="http://schemas.openxmlformats.org/officeDocument/2006/relationships/slideLayout" Target="../slideLayouts/slideLayout3.xml"/>
   <Relationship Id="rId4" Type="http://schemas.openxmlformats.org/officeDocument/2006/relationships/slideLayout" Target="../slideLayouts/slideLayout4.xml"/>
   <Relationship Id="rId5" Type="http://schemas.openxmlformats.org/officeDocument/2006/relationships/slideLayout" Target="../slideLayouts/slideLayout5.xml"/>
   <Relationship Id="rId6" Type="http://schemas.openxmlformats.org/officeDocument/2006/relationships/slideLayout" Target="../slideLayouts/slideLayout6.xml"/>
   <Relationship Id="rId7" Type="http://schemas.openxmlformats.org/officeDocument/2006/relationships/slideLayout" Target="../slideLayouts/slideLayout7.xml"/>
   <Relationship Id="rId8" Type="http://schemas.openxmlformats.org/officeDocument/2006/relationships/slideLayout" Target="../slideLayouts/slideLayout8.xml"/>
   <Relationship Id="rId9" Type="http://schemas.openxmlformats.org/officeDocument/2006/relationships/slideLayout" Target="../slideLayouts/slideLayout9.xml"/>
   <Relationship Id="rId10" Type="http://schemas.openxmlformats.org/officeDocument/2006/relationships/slideLayout" Target="../slideLayouts/slideLayout10.xml"/>
   <Relationship Id="rId11" Type="http://schemas.openxmlformats.org/officeDocument/2006/relationships/slideLayout" Target="../slideLayouts/slideLayout11.xml"/>
   <Relationship Id="rId12" Type="http://schemas.openxmlformats.org/officeDocument/2006/relationships/slideLayout" Target="../slideLayouts/slideLayout12.xml"/>
   <Relationship Id="rId13" Type="http://schemas.openxmlformats.org/officeDocument/2006/relationships/slideLayout" Target="../slideLayouts/slideLayout13.xml"/>
   <Relationship Id="rId14" Type="http://schemas.openxmlformats.org/officeDocument/2006/relationships/slideLayout" Target="../slideLayouts/slideLayout14.xml"/>
   <Relationship Id="rId15" Type="http://schemas.openxmlformats.org/officeDocument/2006/relationships/slideLayout" Target="../slideLayouts/slideLayout15.xml"/>
   <Relationship Id="rId16" Type="http://schemas.openxmlformats.org/officeDocument/2006/relationships/slideLayout" Target="../slideLayouts/slideLayout16.xml"/>
   <Relationship Id="rId17" Type="http://schemas.openxmlformats.org/officeDocument/2006/relationships/slideLayout" Target="../slideLayouts/slideLayout17.xml"/>
   <Relationship Id="rId18" Type="http://schemas.openxmlformats.org/officeDocument/2006/relationships/slideLayout" Target="../slideLayouts/slideLayout18.xml"/>
   <Relationship Id="rId19" Type="http://schemas.openxmlformats.org/officeDocument/2006/relationships/slideLayout" Target="../slideLayouts/slideLayout19.xml"/>
   <Relationship Id="rId20" Type="http://schemas.openxmlformats.org/officeDocument/2006/relationships/slideLayout" Target="../slideLayouts/slideLayout20.xml"/>
   <Relationship Id="rId21" Type="http://schemas.openxmlformats.org/officeDocument/2006/relationships/slideLayout" Target="../slideLayouts/slideLayout21.xml"/>
   <Relationship Id="rId22" Type="http://schemas.openxmlformats.org/officeDocument/2006/relationships/slideLayout" Target="../slideLayouts/slideLayout22.xml"/>
   <Relationship Id="rId23" Type="http://schemas.openxmlformats.org/officeDocument/2006/relationships/slideLayout" Target="../slideLayouts/slideLayout23.xml"/>
   <Relationship Id="rId24" Type="http://schemas.openxmlformats.org/officeDocument/2006/relationships/slideLayout" Target="../slideLayouts/slideLayout24.xml"/>
   <Relationship Id="rId25" Type="http://schemas.openxmlformats.org/officeDocument/2006/relationships/slideLayout" Target="../slideLayouts/slideLayout25.xml"/>
   <Relationship Id="rId26" Type="http://schemas.openxmlformats.org/officeDocument/2006/relationships/slideLayout" Target="../slideLayouts/slideLayout26.xml"/>
   <Relationship Id="rId27" Type="http://schemas.openxmlformats.org/officeDocument/2006/relationships/slideLayout" Target="../slideLayouts/slideLayout27.xml"/>
   <Relationship Id="rId28" Type="http://schemas.openxmlformats.org/officeDocument/2006/relationships/slideLayout" Target="../slideLayouts/slideLayout28.xml"/>
   <Relationship Id="rId29" Type="http://schemas.openxmlformats.org/officeDocument/2006/relationships/slideLayout" Target="../slideLayouts/slideLayout29.xml"/>
   <Relationship Id="rId30" Type="http://schemas.openxmlformats.org/officeDocument/2006/relationships/slideLayout" Target="../slideLayouts/slideLayout30.xml"/>
   <Relationship Id="rId31" Type="http://schemas.openxmlformats.org/officeDocument/2006/relationships/slideLayout" Target="../slideLayouts/slideLayout31.xml"/>
   <Relationship Id="rId32" Type="http://schemas.openxmlformats.org/officeDocument/2006/relationships/slideLayout" Target="../slideLayouts/slideLayout32.xml"/>
   <Relationship Id="rId33" Type="http://schemas.openxmlformats.org/officeDocument/2006/relationships/slideLayout" Target="../slideLayouts/slideLayout33.xml"/>
   <Relationship Id="rId34" Type="http://schemas.openxmlformats.org/officeDocument/2006/relationships/slideLayout" Target="../slideLayouts/slideLayout34.xml"/>
   <Relationship Id="rId35" Type="http://schemas.openxmlformats.org/officeDocument/2006/relationships/slideLayout" Target="../slideLayouts/slideLayout35.xml"/>
   <Relationship Id="rId36" Type="http://schemas.openxmlformats.org/officeDocument/2006/relationships/slideLayout" Target="../slideLayouts/slideLayout36.xml"/>
   <Relationship Id="rId37" Type="http://schemas.openxmlformats.org/officeDocument/2006/relationships/slideLayout" Target="../slideLayouts/slideLayout37.xml"/>
   <Relationship Id="rId38" Type="http://schemas.openxmlformats.org/officeDocument/2006/relationships/slideLayout" Target="../slideLayouts/slideLayout38.xml"/>
   <Relationship Id="rId39" Type="http://schemas.openxmlformats.org/officeDocument/2006/relationships/slideLayout" Target="../slideLayouts/slideLayout39.xml"/>
   <Relationship Id="rId40" Type="http://schemas.openxmlformats.org/officeDocument/2006/relationships/slideLayout" Target="../slideLayouts/slideLayout40.xml"/>
   <Relationship Id="rId41" Type="http://schemas.openxmlformats.org/officeDocument/2006/relationships/slideLayout" Target="../slideLayouts/slideLayout41.xml"/>
   <Relationship Id="rId42" Type="http://schemas.openxmlformats.org/officeDocument/2006/relationships/slideLayout" Target="../slideLayouts/slideLayout42.xml"/>
   <Relationship Id="rId43" Type="http://schemas.openxmlformats.org/officeDocument/2006/relationships/slideLayout" Target="../slideLayouts/slideLayout43.xml"/>
   <Relationship Id="rId44" Type="http://schemas.openxmlformats.org/officeDocument/2006/relationships/slideLayout" Target="../slideLayouts/slideLayout44.xml"/>
   <Relationship Id="rId45" Type="http://schemas.openxmlformats.org/officeDocument/2006/relationships/slideLayout" Target="../slideLayouts/slideLayout45.xml"/>
   <Relationship Id="rId46" Type="http://schemas.openxmlformats.org/officeDocument/2006/relationships/slideLayout" Target="../slideLayouts/slideLayout46.xml"/>
   <Relationship Id="rId47" Type="http://schemas.openxmlformats.org/officeDocument/2006/relationships/slideLayout" Target="../slideLayouts/slideLayout47.xml"/>
   <Relationship Id="rId48" Type="http://schemas.openxmlformats.org/officeDocument/2006/relationships/slideLayout" Target="../slideLayouts/slideLayout48.xml"/>
   <Relationship Id="rId49" Type="http://schemas.openxmlformats.org/officeDocument/2006/relationships/slideLayout" Target="../slideLayouts/slideLayout49.xml"/>
   <Relationship Id="rId50" Type="http://schemas.openxmlformats.org/officeDocument/2006/relationships/slideLayout" Target="../slideLayouts/slideLayout50.xml"/>
   <Relationship Id="rId51" Type="http://schemas.openxmlformats.org/officeDocument/2006/relationships/slideLayout" Target="../slideLayouts/slideLayout51.xml"/>
   <Relationship Id="rId52" Type="http://schemas.openxmlformats.org/officeDocument/2006/relationships/slideLayout" Target="../slideLayouts/slideLayout52.xml"/>
   <Relationship Id="rId53" Type="http://schemas.openxmlformats.org/officeDocument/2006/relationships/slideLayout" Target="../slideLayouts/slideLayout53.xml"/>
   <Relationship Id="rId54" Type="http://schemas.openxmlformats.org/officeDocument/2006/relationships/slideLayout" Target="../slideLayouts/slideLayout54.xml"/>
   <Relationship Id="rId55" Type="http://schemas.openxmlformats.org/officeDocument/2006/relationships/slideLayout" Target="../slideLayouts/slideLayout55.xml"/>
   <Relationship Id="rId56" Type="http://schemas.openxmlformats.org/officeDocument/2006/relationships/slideLayout" Target="../slideLayouts/slideLayout56.xml"/>
   <Relationship Id="rId57" Type="http://schemas.openxmlformats.org/officeDocument/2006/relationships/slideLayout" Target="../slideLayouts/slideLayout57.xml"/>
   <Relationship Id="rId58" Type="http://schemas.openxmlformats.org/officeDocument/2006/relationships/slideLayout" Target="../slideLayouts/slideLayout58.xml"/>
   <Relationship Id="rId59" Type="http://schemas.openxmlformats.org/officeDocument/2006/relationships/slideLayout" Target="../slideLayouts/slideLayout59.xml"/>
   <Relationship Id="rId60" Type="http://schemas.openxmlformats.org/officeDocument/2006/relationships/slideLayout" Target="../slideLayouts/slideLayout60.xml"/>
   <Relationship Id="rId61" Type="http://schemas.openxmlformats.org/officeDocument/2006/relationships/slideLayout" Target="../slideLayouts/slideLayout61.xml"/>
   <Relationship Id="rId62" Type="http://schemas.openxmlformats.org/officeDocument/2006/relationships/slideLayout" Target="../slideLayouts/slideLayout62.xml"/>
   <Relationship Id="rId63" Type="http://schemas.openxmlformats.org/officeDocument/2006/relationships/slideLayout" Target="../slideLayouts/slideLayout63.xml"/>
   <Relationship Id="rId64" Type="http://schemas.openxmlformats.org/officeDocument/2006/relationships/slideLayout" Target="../slideLayouts/slideLayout64.xml"/>
   <Relationship Id="rId65" Type="http://schemas.openxmlformats.org/officeDocument/2006/relationships/slideLayout" Target="../slideLayouts/slideLayout65.xml"/>
   <Relationship Id="rId66" Type="http://schemas.openxmlformats.org/officeDocument/2006/relationships/slideLayout" Target="../slideLayouts/slideLayout66.xml"/>
   <Relationship Id="rId67" Type="http://schemas.openxmlformats.org/officeDocument/2006/relationships/slideLayout" Target="../slideLayouts/slideLayout67.xml"/>
   <Relationship Id="rId68" Type="http://schemas.openxmlformats.org/officeDocument/2006/relationships/slideLayout" Target="../slideLayouts/slideLayout68.xml"/>
   <Relationship Id="rId69" Type="http://schemas.openxmlformats.org/officeDocument/2006/relationships/slideLayout" Target="../slideLayouts/slideLayout69.xml"/>
   <Relationship Id="rId70" Type="http://schemas.openxmlformats.org/officeDocument/2006/relationships/slideLayout" Target="../slideLayouts/slideLayout70.xml"/>
   <Relationship Id="rId71" Type="http://schemas.openxmlformats.org/officeDocument/2006/relationships/slideLayout" Target="../slideLayouts/slideLayout71.xml"/>
   <Relationship Id="rId72" Type="http://schemas.openxmlformats.org/officeDocument/2006/relationships/slideLayout" Target="../slideLayouts/slideLayout72.xml"/>
   <Relationship Id="rId73" Type="http://schemas.openxmlformats.org/officeDocument/2006/relationships/slideLayout" Target="../slideLayouts/slideLayout73.xml"/>
   <Relationship Id="rId74" Type="http://schemas.openxmlformats.org/officeDocument/2006/relationships/slideLayout" Target="../slideLayouts/slideLayout74.xml"/>
   <Relationship Id="rId75" Type="http://schemas.openxmlformats.org/officeDocument/2006/relationships/slideLayout" Target="../slideLayouts/slideLayout75.xml"/>
   <Relationship Id="rId76" Type="http://schemas.openxmlformats.org/officeDocument/2006/relationships/slideLayout" Target="../slideLayouts/slideLayout76.xml"/>
   <Relationship Id="rId77" Type="http://schemas.openxmlformats.org/officeDocument/2006/relationships/slideLayout" Target="../slideLayouts/slideLayout77.xml"/>
   <Relationship Id="rId78" Type="http://schemas.openxmlformats.org/officeDocument/2006/relationships/slideLayout" Target="../slideLayouts/slideLayout78.xml"/>
   <Relationship Id="rId79" Type="http://schemas.openxmlformats.org/officeDocument/2006/relationships/slideLayout" Target="../slideLayouts/slideLayout79.xml"/>
   <Relationship Id="rId80" Type="http://schemas.openxmlformats.org/officeDocument/2006/relationships/slideLayout" Target="../slideLayouts/slideLayout80.xml"/>
   <Relationship Id="rId81" Type="http://schemas.openxmlformats.org/officeDocument/2006/relationships/slideLayout" Target="../slideLayouts/slideLayout81.xml"/>
   <Relationship Id="rId82" Type="http://schemas.openxmlformats.org/officeDocument/2006/relationships/slideLayout" Target="../slideLayouts/slideLayout82.xml"/>
   <Relationship Id="rId83" Type="http://schemas.openxmlformats.org/officeDocument/2006/relationships/slideLayout" Target="../slideLayouts/slideLayout83.xml"/>
   <Relationship Id="rId84" Type="http://schemas.openxmlformats.org/officeDocument/2006/relationships/slideLayout" Target="../slideLayouts/slideLayout84.xml"/>
   <Relationship Id="rId85" Type="http://schemas.openxmlformats.org/officeDocument/2006/relationships/slideLayout" Target="../slideLayouts/slideLayout85.xml"/>
   <Relationship Id="rId86" Type="http://schemas.openxmlformats.org/officeDocument/2006/relationships/slideLayout" Target="../slideLayouts/slideLayout86.xml"/>
   <Relationship Id="rId87" Type="http://schemas.openxmlformats.org/officeDocument/2006/relationships/slideLayout" Target="../slideLayouts/slideLayout87.xml"/>
   <Relationship Id="rId88" Type="http://schemas.openxmlformats.org/officeDocument/2006/relationships/slideLayout" Target="../slideLayouts/slideLayout88.xml"/>
   <Relationship Id="rId89" Type="http://schemas.openxmlformats.org/officeDocument/2006/relationships/slideLayout" Target="../slideLayouts/slideLayout89.xml"/>
   <Relationship Id="rId90" Type="http://schemas.openxmlformats.org/officeDocument/2006/relationships/slideLayout" Target="../slideLayouts/slideLayout90.xml"/>
   <Relationship Id="rId91" Type="http://schemas.openxmlformats.org/officeDocument/2006/relationships/slideLayout" Target="../slideLayouts/slideLayout91.xml"/>
   <Relationship Id="rId92" Type="http://schemas.openxmlformats.org/officeDocument/2006/relationships/slideLayout" Target="../slideLayouts/slideLayout92.xml"/>
   <Relationship Id="rId93" Type="http://schemas.openxmlformats.org/officeDocument/2006/relationships/slideLayout" Target="../slideLayouts/slideLayout93.xml"/>
   <Relationship Id="rId94" Type="http://schemas.openxmlformats.org/officeDocument/2006/relationships/slideLayout" Target="../slideLayouts/slideLayout94.xml"/>
   <Relationship Id="rId95" Type="http://schemas.openxmlformats.org/officeDocument/2006/relationships/slideLayout" Target="../slideLayouts/slideLayout95.xml"/>
   <Relationship Id="rId96" Type="http://schemas.openxmlformats.org/officeDocument/2006/relationships/slideLayout" Target="../slideLayouts/slideLayout96.xml"/>
   <Relationship Id="rId97" Type="http://schemas.openxmlformats.org/officeDocument/2006/relationships/slideLayout" Target="../slideLayouts/slideLayout97.xml"/>
   <Relationship Id="rId98" Type="http://schemas.openxmlformats.org/officeDocument/2006/relationships/slideLayout" Target="../slideLayouts/slideLayout98.xml"/>
   <Relationship Id="rId99" Type="http://schemas.openxmlformats.org/officeDocument/2006/relationships/slideLayout" Target="../slideLayouts/slideLayout99.xml"/>
   <Relationship Id="rId100" Type="http://schemas.openxmlformats.org/officeDocument/2006/relationships/slideLayout" Target="../slideLayouts/slideLayout100.xml"/>
   <Relationship Id="rId101" Type="http://schemas.openxmlformats.org/officeDocument/2006/relationships/slideLayout" Target="../slideLayouts/slideLayout101.xml"/>
   <Relationship Id="rId102" Type="http://schemas.openxmlformats.org/officeDocument/2006/relationships/slideLayout" Target="../slideLayouts/slideLayout102.xml"/>
   <Relationship Id="rId103" Type="http://schemas.openxmlformats.org/officeDocument/2006/relationships/slideLayout" Target="../slideLayouts/slideLayout103.xml"/>
   <Relationship Id="rId104" Type="http://schemas.openxmlformats.org/officeDocument/2006/relationships/slideLayout" Target="../slideLayouts/slideLayout104.xml"/>
   <Relationship Id="rId105" Type="http://schemas.openxmlformats.org/officeDocument/2006/relationships/slideLayout" Target="../slideLayouts/slideLayout105.xml"/>
   <Relationship Id="rId106" Type="http://schemas.openxmlformats.org/officeDocument/2006/relationships/slideLayout" Target="../slideLayouts/slideLayout106.xml"/>
   <Relationship Id="rId107" Type="http://schemas.openxmlformats.org/officeDocument/2006/relationships/slideLayout" Target="../slideLayouts/slideLayout107.xml"/>
   <Relationship Id="rId108" Type="http://schemas.openxmlformats.org/officeDocument/2006/relationships/slideLayout" Target="../slideLayouts/slideLayout108.xml"/>
   <Relationship Id="rId109" Type="http://schemas.openxmlformats.org/officeDocument/2006/relationships/slideLayout" Target="../slideLayouts/slideLayout109.xml"/>
   <Relationship Id="rId110" Type="http://schemas.openxmlformats.org/officeDocument/2006/relationships/slideLayout" Target="../slideLayouts/slideLayout110.xml"/>
   <Relationship Id="rId111" Type="http://schemas.openxmlformats.org/officeDocument/2006/relationships/slideLayout" Target="../slideLayouts/slideLayout111.xml"/>
   <Relationship Id="rId112" Type="http://schemas.openxmlformats.org/officeDocument/2006/relationships/slideLayout" Target="../slideLayouts/slideLayout112.xml"/>
   <Relationship Id="rId113" Type="http://schemas.openxmlformats.org/officeDocument/2006/relationships/slideLayout" Target="../slideLayouts/slideLayout113.xml"/>
   <Relationship Id="rId114" Type="http://schemas.openxmlformats.org/officeDocument/2006/relationships/slideLayout" Target="../slideLayouts/slideLayout114.xml"/>
   <Relationship Id="rId115" Type="http://schemas.openxmlformats.org/officeDocument/2006/relationships/slideLayout" Target="../slideLayouts/slideLayout115.xml"/>
   <Relationship Id="rId116" Type="http://schemas.openxmlformats.org/officeDocument/2006/relationships/slideLayout" Target="../slideLayouts/slideLayout116.xml"/>
   <Relationship Id="rId117" Type="http://schemas.openxmlformats.org/officeDocument/2006/relationships/slideLayout" Target="../slideLayouts/slideLayout117.xml"/>
   <Relationship Id="rId118" Type="http://schemas.openxmlformats.org/officeDocument/2006/relationships/slideLayout" Target="../slideLayouts/slideLayout118.xml"/>
   <Relationship Id="rId119" Type="http://schemas.openxmlformats.org/officeDocument/2006/relationships/slideLayout" Target="../slideLayouts/slideLayout119.xml"/>
   <Relationship Id="rId120" Type="http://schemas.openxmlformats.org/officeDocument/2006/relationships/slideLayout" Target="../slideLayouts/slideLayout120.xml"/>
   <Relationship Id="rId121" Type="http://schemas.openxmlformats.org/officeDocument/2006/relationships/slideLayout" Target="../slideLayouts/slideLayout121.xml"/>
   <Relationship Id="rId122" Type="http://schemas.openxmlformats.org/officeDocument/2006/relationships/slideLayout" Target="../slideLayouts/slideLayout122.xml"/>
   <Relationship Id="rId123" Type="http://schemas.openxmlformats.org/officeDocument/2006/relationships/slideLayout" Target="../slideLayouts/slideLayout123.xml"/>
   <Relationship Id="rId124" Type="http://schemas.openxmlformats.org/officeDocument/2006/relationships/slideLayout" Target="../slideLayouts/slideLayout124.xml"/>
   <Relationship Id="rId125" Type="http://schemas.openxmlformats.org/officeDocument/2006/relationships/slideLayout" Target="../slideLayouts/slideLayout125.xml"/>
   <Relationship Id="rId126" Type="http://schemas.openxmlformats.org/officeDocument/2006/relationships/slideLayout" Target="../slideLayouts/slideLayout126.xml"/>
   <Relationship Id="rId127" Type="http://schemas.openxmlformats.org/officeDocument/2006/relationships/slideLayout" Target="../slideLayouts/slideLayout127.xml"/>
   <Relationship Id="rId128" Type="http://schemas.openxmlformats.org/officeDocument/2006/relationships/slideLayout" Target="../slideLayouts/slideLayout128.xml"/>
   <Relationship Id="rId129" Type="http://schemas.openxmlformats.org/officeDocument/2006/relationships/slideLayout" Target="../slideLayouts/slideLayout129.xml"/>
   <Relationship Id="rId130" Type="http://schemas.openxmlformats.org/officeDocument/2006/relationships/slideLayout" Target="../slideLayouts/slideLayout130.xml"/>
   <Relationship Id="rId131" Type="http://schemas.openxmlformats.org/officeDocument/2006/relationships/slideLayout" Target="../slideLayouts/slideLayout131.xml"/>
   <Relationship Id="rId132" Type="http://schemas.openxmlformats.org/officeDocument/2006/relationships/slideLayout" Target="../slideLayouts/slideLayout132.xml"/>
   <Relationship Id="rId133" Type="http://schemas.openxmlformats.org/officeDocument/2006/relationships/slideLayout" Target="../slideLayouts/slideLayout133.xml"/>
   <Relationship Id="rId134" Type="http://schemas.openxmlformats.org/officeDocument/2006/relationships/slideLayout" Target="../slideLayouts/slideLayout134.xml"/>
   <Relationship Id="rId135" Type="http://schemas.openxmlformats.org/officeDocument/2006/relationships/slideLayout" Target="../slideLayouts/slideLayout135.xml"/>
   <Relationship Id="rId136" Type="http://schemas.openxmlformats.org/officeDocument/2006/relationships/slideLayout" Target="../slideLayouts/slideLayout136.xml"/>
   <Relationship Id="rId137" Type="http://schemas.openxmlformats.org/officeDocument/2006/relationships/slideLayout" Target="../slideLayouts/slideLayout137.xml"/>
   <Relationship Id="rId138" Type="http://schemas.openxmlformats.org/officeDocument/2006/relationships/slideLayout" Target="../slideLayouts/slideLayout138.xml"/>
   <Relationship Id="rId139" Type="http://schemas.openxmlformats.org/officeDocument/2006/relationships/slideLayout" Target="../slideLayouts/slideLayout139.xml"/>
   <Relationship Id="rId140" Type="http://schemas.openxmlformats.org/officeDocument/2006/relationships/slideLayout" Target="../slideLayouts/slideLayout140.xml"/>
   <Relationship Id="rId141" Type="http://schemas.openxmlformats.org/officeDocument/2006/relationships/slideLayout" Target="../slideLayouts/slideLayout141.xml"/>
   <Relationship Id="rId142" Type="http://schemas.openxmlformats.org/officeDocument/2006/relationships/slideLayout" Target="../slideLayouts/slideLayout142.xml"/>
   <Relationship Id="rId143" Type="http://schemas.openxmlformats.org/officeDocument/2006/relationships/slideLayout" Target="../slideLayouts/slideLayout143.xml"/>
   <Relationship Id="rId144" Type="http://schemas.openxmlformats.org/officeDocument/2006/relationships/slideLayout" Target="../slideLayouts/slideLayout144.xml"/>
   <Relationship Id="rId145" Type="http://schemas.openxmlformats.org/officeDocument/2006/relationships/slideLayout" Target="../slideLayouts/slideLayout145.xml"/>
   <Relationship Id="rId146" Type="http://schemas.openxmlformats.org/officeDocument/2006/relationships/slideLayout" Target="../slideLayouts/slideLayout146.xml"/>
   <Relationship Id="rId147" Type="http://schemas.openxmlformats.org/officeDocument/2006/relationships/slideLayout" Target="../slideLayouts/slideLayout147.xml"/>
   <Relationship Id="rId148" Type="http://schemas.openxmlformats.org/officeDocument/2006/relationships/slideLayout" Target="../slideLayouts/slideLayout148.xml"/>
   <Relationship Id="rId149" Type="http://schemas.openxmlformats.org/officeDocument/2006/relationships/slideLayout" Target="../slideLayouts/slideLayout149.xml"/>
   <Relationship Id="rId150" Type="http://schemas.openxmlformats.org/officeDocument/2006/relationships/slideLayout" Target="../slideLayouts/slideLayout150.xml"/>
   <Relationship Id="rId151" Type="http://schemas.openxmlformats.org/officeDocument/2006/relationships/slideLayout" Target="../slideLayouts/slideLayout151.xml"/>
   <Relationship Id="rId152" Type="http://schemas.openxmlformats.org/officeDocument/2006/relationships/slideLayout" Target="../slideLayouts/slideLayout152.xml"/>
   <Relationship Id="rId153" Type="http://schemas.openxmlformats.org/officeDocument/2006/relationships/slideLayout" Target="../slideLayouts/slideLayout153.xml"/>
   <Relationship Id="rId154" Type="http://schemas.openxmlformats.org/officeDocument/2006/relationships/slideLayout" Target="../slideLayouts/slideLayout154.xml"/>
   <Relationship Id="rId155" Type="http://schemas.openxmlformats.org/officeDocument/2006/relationships/slideLayout" Target="../slideLayouts/slideLayout155.xml"/>
   <Relationship Id="rId156" Type="http://schemas.openxmlformats.org/officeDocument/2006/relationships/slideLayout" Target="../slideLayouts/slideLayout156.xml"/>
   <Relationship Id="rId157" Type="http://schemas.openxmlformats.org/officeDocument/2006/relationships/slideLayout" Target="../slideLayouts/slideLayout157.xml"/>
   <Relationship Id="rId158" Type="http://schemas.openxmlformats.org/officeDocument/2006/relationships/slideLayout" Target="../slideLayouts/slideLayout158.xml"/>
   <Relationship Id="rId159" Type="http://schemas.openxmlformats.org/officeDocument/2006/relationships/slideLayout" Target="../slideLayouts/slideLayout159.xml"/>
   <Relationship Id="rId160" Type="http://schemas.openxmlformats.org/officeDocument/2006/relationships/slideLayout" Target="../slideLayouts/slideLayout160.xml"/>
   <Relationship Id="rId161" Type="http://schemas.openxmlformats.org/officeDocument/2006/relationships/slideLayout" Target="../slideLayouts/slideLayout161.xml"/>
   <Relationship Id="rId162" Type="http://schemas.openxmlformats.org/officeDocument/2006/relationships/slideLayout" Target="../slideLayouts/slideLayout162.xml"/>
   <Relationship Id="rId163" Type="http://schemas.openxmlformats.org/officeDocument/2006/relationships/slideLayout" Target="../slideLayouts/slideLayout163.xml"/>
   <Relationship Id="rId164" Type="http://schemas.openxmlformats.org/officeDocument/2006/relationships/slideLayout" Target="../slideLayouts/slideLayout164.xml"/>
   <Relationship Id="rId165" Type="http://schemas.openxmlformats.org/officeDocument/2006/relationships/slideLayout" Target="../slideLayouts/slideLayout165.xml"/>
   <Relationship Id="rId166" Type="http://schemas.openxmlformats.org/officeDocument/2006/relationships/slideLayout" Target="../slideLayouts/slideLayout166.xml"/>
   <Relationship Id="rId167" Type="http://schemas.openxmlformats.org/officeDocument/2006/relationships/slideLayout" Target="../slideLayouts/slideLayout167.xml"/>
   <Relationship Id="rId168" Type="http://schemas.openxmlformats.org/officeDocument/2006/relationships/slideLayout" Target="../slideLayouts/slideLayout168.xml"/>
   <Relationship Id="rId169" Type="http://schemas.openxmlformats.org/officeDocument/2006/relationships/slideLayout" Target="../slideLayouts/slideLayout169.xml"/>
   <Relationship Id="rId170" Type="http://schemas.openxmlformats.org/officeDocument/2006/relationships/slideLayout" Target="../slideLayouts/slideLayout170.xml"/>
   <Relationship Id="rId171" Type="http://schemas.openxmlformats.org/officeDocument/2006/relationships/slideLayout" Target="../slideLayouts/slideLayout171.xml"/>
   <Relationship Id="rId172" Type="http://schemas.openxmlformats.org/officeDocument/2006/relationships/slideLayout" Target="../slideLayouts/slideLayout172.xml"/>
   <Relationship Id="rId173" Type="http://schemas.openxmlformats.org/officeDocument/2006/relationships/slideLayout" Target="../slideLayouts/slideLayout173.xml"/>
   <Relationship Id="rId174" Type="http://schemas.openxmlformats.org/officeDocument/2006/relationships/slideLayout" Target="../slideLayouts/slideLayout174.xml"/>
   <Relationship Id="rId175" Type="http://schemas.openxmlformats.org/officeDocument/2006/relationships/slideLayout" Target="../slideLayouts/slideLayout175.xml"/>
   <Relationship Id="rId176" Type="http://schemas.openxmlformats.org/officeDocument/2006/relationships/slideLayout" Target="../slideLayouts/slideLayout176.xml"/>
   <Relationship Id="rId177" Type="http://schemas.openxmlformats.org/officeDocument/2006/relationships/slideLayout" Target="../slideLayouts/slideLayout177.xml"/>
   <Relationship Id="rId178" Type="http://schemas.openxmlformats.org/officeDocument/2006/relationships/slideLayout" Target="../slideLayouts/slideLayout178.xml"/>
   <Relationship Id="rId179" Type="http://schemas.openxmlformats.org/officeDocument/2006/relationships/slideLayout" Target="../slideLayouts/slideLayout179.xml"/>
   <Relationship Id="rId180" Type="http://schemas.openxmlformats.org/officeDocument/2006/relationships/slideLayout" Target="../slideLayouts/slideLayout180.xml"/>
   <Relationship Id="rId181" Type="http://schemas.openxmlformats.org/officeDocument/2006/relationships/slideLayout" Target="../slideLayouts/slideLayout181.xml"/>
   <Relationship Id="rId182" Type="http://schemas.openxmlformats.org/officeDocument/2006/relationships/slideLayout" Target="../slideLayouts/slideLayout182.xml"/>
   <Relationship Id="rId183" Type="http://schemas.openxmlformats.org/officeDocument/2006/relationships/slideLayout" Target="../slideLayouts/slideLayout183.xml"/>
   <Relationship Id="rId184" Type="http://schemas.openxmlformats.org/officeDocument/2006/relationships/slideLayout" Target="../slideLayouts/slideLayout184.xml"/>
   <Relationship Id="rId185" Type="http://schemas.openxmlformats.org/officeDocument/2006/relationships/slideLayout" Target="../slideLayouts/slideLayout185.xml"/>
   <Relationship Id="rId186" Type="http://schemas.openxmlformats.org/officeDocument/2006/relationships/slideLayout" Target="../slideLayouts/slideLayout186.xml"/>
   <Relationship Id="rId187" Type="http://schemas.openxmlformats.org/officeDocument/2006/relationships/slideLayout" Target="../slideLayouts/slideLayout187.xml"/>
   <Relationship Id="rId188" Type="http://schemas.openxmlformats.org/officeDocument/2006/relationships/slideLayout" Target="../slideLayouts/slideLayout188.xml"/>
   <Relationship Id="rId189" Type="http://schemas.openxmlformats.org/officeDocument/2006/relationships/slideLayout" Target="../slideLayouts/slideLayout189.xml"/>
   <Relationship Id="rId190" Type="http://schemas.openxmlformats.org/officeDocument/2006/relationships/slideLayout" Target="../slideLayouts/slideLayout190.xml"/>
   <Relationship Id="rId191" Type="http://schemas.openxmlformats.org/officeDocument/2006/relationships/slideLayout" Target="../slideLayouts/slideLayout191.xml"/>
   <Relationship Id="rId192" Type="http://schemas.openxmlformats.org/officeDocument/2006/relationships/slideLayout" Target="../slideLayouts/slideLayout192.xml"/>
   <Relationship Id="rId193" Type="http://schemas.openxmlformats.org/officeDocument/2006/relationships/slideLayout" Target="../slideLayouts/slideLayout193.xml"/>
   <Relationship Id="rId194" Type="http://schemas.openxmlformats.org/officeDocument/2006/relationships/slideLayout" Target="../slideLayouts/slideLayout194.xml"/>
   <Relationship Id="rId195" Type="http://schemas.openxmlformats.org/officeDocument/2006/relationships/slideLayout" Target="../slideLayouts/slideLayout195.xml"/>
   <Relationship Id="rId196" Type="http://schemas.openxmlformats.org/officeDocument/2006/relationships/slideLayout" Target="../slideLayouts/slideLayout196.xml"/>
   <Relationship Id="rId197" Type="http://schemas.openxmlformats.org/officeDocument/2006/relationships/slideLayout" Target="../slideLayouts/slideLayout197.xml"/>
   <Relationship Id="rId198" Type="http://schemas.openxmlformats.org/officeDocument/2006/relationships/slideLayout" Target="../slideLayouts/slideLayout198.xml"/>
   <Relationship Id="rId199" Type="http://schemas.openxmlformats.org/officeDocument/2006/relationships/slideLayout" Target="../slideLayouts/slideLayout199.xml"/>
   <Relationship Id="rId200" Type="http://schemas.openxmlformats.org/officeDocument/2006/relationships/slideLayout" Target="../slideLayouts/slideLayout200.xml"/>
   <Relationship Id="rId201" Type="http://schemas.openxmlformats.org/officeDocument/2006/relationships/slideLayout" Target="../slideLayouts/slideLayout201.xml"/>
   <Relationship Id="rId202" Type="http://schemas.openxmlformats.org/officeDocument/2006/relationships/slideLayout" Target="../slideLayouts/slideLayout202.xml"/>
   <Relationship Id="rId203" Type="http://schemas.openxmlformats.org/officeDocument/2006/relationships/slideLayout" Target="../slideLayouts/slideLayout203.xml"/>
   <Relationship Id="rId204" Type="http://schemas.openxmlformats.org/officeDocument/2006/relationships/slideLayout" Target="../slideLayouts/slideLayout204.xml"/>
   <Relationship Id="rId205" Type="http://schemas.openxmlformats.org/officeDocument/2006/relationships/slideLayout" Target="../slideLayouts/slideLayout205.xml"/>
   <Relationship Id="rId206" Type="http://schemas.openxmlformats.org/officeDocument/2006/relationships/slideLayout" Target="../slideLayouts/slideLayout206.xml"/>
   <Relationship Id="rId207" Type="http://schemas.openxmlformats.org/officeDocument/2006/relationships/slideLayout" Target="../slideLayouts/slideLayout207.xml"/>
   <Relationship Id="rId208" Type="http://schemas.openxmlformats.org/officeDocument/2006/relationships/slideLayout" Target="../slideLayouts/slideLayout208.xml"/>
   <Relationship Id="rId209" Type="http://schemas.openxmlformats.org/officeDocument/2006/relationships/slideLayout" Target="../slideLayouts/slideLayout209.xml"/>
   <Relationship Id="rId210" Type="http://schemas.openxmlformats.org/officeDocument/2006/relationships/slideLayout" Target="../slideLayouts/slideLayout210.xml"/>
   <Relationship Id="rId211" Type="http://schemas.openxmlformats.org/officeDocument/2006/relationships/slideLayout" Target="../slideLayouts/slideLayout211.xml"/>
   <Relationship Id="rId212" Type="http://schemas.openxmlformats.org/officeDocument/2006/relationships/slideLayout" Target="../slideLayouts/slideLayout212.xml"/>
   <Relationship Id="rId213" Type="http://schemas.openxmlformats.org/officeDocument/2006/relationships/slideLayout" Target="../slideLayouts/slideLayout213.xml"/>
   <Relationship Id="rId214" Type="http://schemas.openxmlformats.org/officeDocument/2006/relationships/slideLayout" Target="../slideLayouts/slideLayout214.xml"/>
   <Relationship Id="rId215" Type="http://schemas.openxmlformats.org/officeDocument/2006/relationships/slideLayout" Target="../slideLayouts/slideLayout215.xml"/>
   <Relationship Id="rId216" Type="http://schemas.openxmlformats.org/officeDocument/2006/relationships/slideLayout" Target="../slideLayouts/slideLayout216.xml"/>
   <Relationship Id="rId217" Type="http://schemas.openxmlformats.org/officeDocument/2006/relationships/slideLayout" Target="../slideLayouts/slideLayout217.xml"/>
   <Relationship Id="rId218" Type="http://schemas.openxmlformats.org/officeDocument/2006/relationships/slideLayout" Target="../slideLayouts/slideLayout218.xml"/>
   <Relationship Id="rId219" Type="http://schemas.openxmlformats.org/officeDocument/2006/relationships/slideLayout" Target="../slideLayouts/slideLayout219.xml"/>
   <Relationship Id="rId220" Type="http://schemas.openxmlformats.org/officeDocument/2006/relationships/slideLayout" Target="../slideLayouts/slideLayout220.xml"/>
   <Relationship Id="rId221" Type="http://schemas.openxmlformats.org/officeDocument/2006/relationships/slideLayout" Target="../slideLayouts/slideLayout221.xml"/>
   <Relationship Id="rId222" Type="http://schemas.openxmlformats.org/officeDocument/2006/relationships/slideLayout" Target="../slideLayouts/slideLayout222.xml"/>
   <Relationship Id="rId223" Type="http://schemas.openxmlformats.org/officeDocument/2006/relationships/slideLayout" Target="../slideLayouts/slideLayout223.xml"/>
   <Relationship Id="rId224" Type="http://schemas.openxmlformats.org/officeDocument/2006/relationships/slideLayout" Target="../slideLayouts/slideLayout224.xml"/>
   <Relationship Id="rId225" Type="http://schemas.openxmlformats.org/officeDocument/2006/relationships/slideLayout" Target="../slideLayouts/slideLayout225.xml"/>
   <Relationship Id="rId226" Type="http://schemas.openxmlformats.org/officeDocument/2006/relationships/slideLayout" Target="../slideLayouts/slideLayout226.xml"/>
   <Relationship Id="rId227" Type="http://schemas.openxmlformats.org/officeDocument/2006/relationships/slideLayout" Target="../slideLayouts/slideLayout227.xml"/>
   <Relationship Id="rId228" Type="http://schemas.openxmlformats.org/officeDocument/2006/relationships/slideLayout" Target="../slideLayouts/slideLayout228.xml"/>
   <Relationship Id="rId229" Type="http://schemas.openxmlformats.org/officeDocument/2006/relationships/slideLayout" Target="../slideLayouts/slideLayout229.xml"/>
   <Relationship Id="rId230" Type="http://schemas.openxmlformats.org/officeDocument/2006/relationships/slideLayout" Target="../slideLayouts/slideLayout230.xml"/>
   <Relationship Id="rId231" Type="http://schemas.openxmlformats.org/officeDocument/2006/relationships/slideLayout" Target="../slideLayouts/slideLayout231.xml"/>
   <Relationship Id="rId232" Type="http://schemas.openxmlformats.org/officeDocument/2006/relationships/slideLayout" Target="../slideLayouts/slideLayout232.xml"/>
   <Relationship Id="rId233" Type="http://schemas.openxmlformats.org/officeDocument/2006/relationships/slideLayout" Target="../slideLayouts/slideLayout233.xml"/>
   <Relationship Id="rId234" Type="http://schemas.openxmlformats.org/officeDocument/2006/relationships/slideLayout" Target="../slideLayouts/slideLayout234.xml"/>
   <Relationship Id="rId235" Type="http://schemas.openxmlformats.org/officeDocument/2006/relationships/slideLayout" Target="../slideLayouts/slideLayout235.xml"/>
   <Relationship Id="rId236" Type="http://schemas.openxmlformats.org/officeDocument/2006/relationships/slideLayout" Target="../slideLayouts/slideLayout236.xml"/>
   <Relationship Id="rId237" Type="http://schemas.openxmlformats.org/officeDocument/2006/relationships/slideLayout" Target="../slideLayouts/slideLayout237.xml"/>
   <Relationship Id="rId238" Type="http://schemas.openxmlformats.org/officeDocument/2006/relationships/slideLayout" Target="../slideLayouts/slideLayout238.xml"/>
   <Relationship Id="rId239" Type="http://schemas.openxmlformats.org/officeDocument/2006/relationships/slideLayout" Target="../slideLayouts/slideLayout239.xml"/>
   <Relationship Id="rId240" Type="http://schemas.openxmlformats.org/officeDocument/2006/relationships/slideLayout" Target="../slideLayouts/slideLayout240.xml"/>
   <Relationship Id="rId241" Type="http://schemas.openxmlformats.org/officeDocument/2006/relationships/slideLayout" Target="../slideLayouts/slideLayout241.xml"/>
   <Relationship Id="rId242" Type="http://schemas.openxmlformats.org/officeDocument/2006/relationships/slideLayout" Target="../slideLayouts/slideLayout242.xml"/>
   <Relationship Id="rId243" Type="http://schemas.openxmlformats.org/officeDocument/2006/relationships/slideLayout" Target="../slideLayouts/slideLayout243.xml"/>
   <Relationship Id="rId244" Type="http://schemas.openxmlformats.org/officeDocument/2006/relationships/slideLayout" Target="../slideLayouts/slideLayout244.xml"/>
   <Relationship Id="rId245" Type="http://schemas.openxmlformats.org/officeDocument/2006/relationships/slideLayout" Target="../slideLayouts/slideLayout245.xml"/>
   <Relationship Id="rId246" Type="http://schemas.openxmlformats.org/officeDocument/2006/relationships/slideLayout" Target="../slideLayouts/slideLayout246.xml"/>
   <Relationship Id="rId247" Type="http://schemas.openxmlformats.org/officeDocument/2006/relationships/slideLayout" Target="../slideLayouts/slideLayout247.xml"/>
   <Relationship Id="rId248" Type="http://schemas.openxmlformats.org/officeDocument/2006/relationships/slideLayout" Target="../slideLayouts/slideLayout248.xml"/>
   <Relationship Id="rId249" Type="http://schemas.openxmlformats.org/officeDocument/2006/relationships/slideLayout" Target="../slideLayouts/slideLayout249.xml"/>
   <Relationship Id="rId250" Type="http://schemas.openxmlformats.org/officeDocument/2006/relationships/slideLayout" Target="../slideLayouts/slideLayout250.xml"/>
   <Relationship Id="rId251" Type="http://schemas.openxmlformats.org/officeDocument/2006/relationships/slideLayout" Target="../slideLayouts/slideLayout251.xml"/>
   <Relationship Id="rId252" Type="http://schemas.openxmlformats.org/officeDocument/2006/relationships/slideLayout" Target="../slideLayouts/slideLayout252.xml"/>
   <Relationship Id="rId253" Type="http://schemas.openxmlformats.org/officeDocument/2006/relationships/slideLayout" Target="../slideLayouts/slideLayout253.xml"/>
   <Relationship Id="rId254" Type="http://schemas.openxmlformats.org/officeDocument/2006/relationships/slideLayout" Target="../slideLayouts/slideLayout254.xml"/>
   <Relationship Id="rId255" Type="http://schemas.openxmlformats.org/officeDocument/2006/relationships/slideLayout" Target="../slideLayouts/slideLayout255.xml"/>
   <Relationship Id="rId256" Type="http://schemas.openxmlformats.org/officeDocument/2006/relationships/slideLayout" Target="../slideLayouts/slideLayout256.xml"/>
   <Relationship Id="rId257" Type="http://schemas.openxmlformats.org/officeDocument/2006/relationships/slideLayout" Target="../slideLayouts/slideLayout257.xml"/>
   <Relationship Id="rId258" Type="http://schemas.openxmlformats.org/officeDocument/2006/relationships/slideLayout" Target="../slideLayouts/slideLayout258.xml"/>
   <Relationship Id="rId259" Type="http://schemas.openxmlformats.org/officeDocument/2006/relationships/slideLayout" Target="../slideLayouts/slideLayout259.xml"/>
   <Relationship Id="rId260" Type="http://schemas.openxmlformats.org/officeDocument/2006/relationships/slideLayout" Target="../slideLayouts/slideLayout260.xml"/>
   <Relationship Id="rId261" Type="http://schemas.openxmlformats.org/officeDocument/2006/relationships/slideLayout" Target="../slideLayouts/slideLayout261.xml"/>
   <Relationship Id="rId262" Type="http://schemas.openxmlformats.org/officeDocument/2006/relationships/slideLayout" Target="../slideLayouts/slideLayout262.xml"/>
   <Relationship Id="rId263" Type="http://schemas.openxmlformats.org/officeDocument/2006/relationships/slideLayout" Target="../slideLayouts/slideLayout263.xml"/>
   <Relationship Id="rId264" Type="http://schemas.openxmlformats.org/officeDocument/2006/relationships/slideLayout" Target="../slideLayouts/slideLayout264.xml"/>
   <Relationship Id="rId265" Type="http://schemas.openxmlformats.org/officeDocument/2006/relationships/slideLayout" Target="../slideLayouts/slideLayout265.xml"/>
   <Relationship Id="rId266" Type="http://schemas.openxmlformats.org/officeDocument/2006/relationships/slideLayout" Target="../slideLayouts/slideLayout266.xml"/>
   <Relationship Id="rId267" Type="http://schemas.openxmlformats.org/officeDocument/2006/relationships/slideLayout" Target="../slideLayouts/slideLayout267.xml"/>
   <Relationship Id="rId268" Type="http://schemas.openxmlformats.org/officeDocument/2006/relationships/slideLayout" Target="../slideLayouts/slideLayout268.xml"/>
   <Relationship Id="rId269" Type="http://schemas.openxmlformats.org/officeDocument/2006/relationships/slideLayout" Target="../slideLayouts/slideLayout269.xml"/>
   <Relationship Id="rId270" Type="http://schemas.openxmlformats.org/officeDocument/2006/relationships/slideLayout" Target="../slideLayouts/slideLayout270.xml"/>
   <Relationship Id="rId271" Type="http://schemas.openxmlformats.org/officeDocument/2006/relationships/slideLayout" Target="../slideLayouts/slideLayout271.xml"/>
   <Relationship Id="rId272" Type="http://schemas.openxmlformats.org/officeDocument/2006/relationships/slideLayout" Target="../slideLayouts/slideLayout272.xml"/>
   <Relationship Id="rId273" Type="http://schemas.openxmlformats.org/officeDocument/2006/relationships/slideLayout" Target="../slideLayouts/slideLayout273.xml"/>
   <Relationship Id="rId274" Type="http://schemas.openxmlformats.org/officeDocument/2006/relationships/slideLayout" Target="../slideLayouts/slideLayout274.xml"/>
   <Relationship Id="rId275" Type="http://schemas.openxmlformats.org/officeDocument/2006/relationships/slideLayout" Target="../slideLayouts/slideLayout275.xml"/>
   <Relationship Id="rId276" Type="http://schemas.openxmlformats.org/officeDocument/2006/relationships/slideLayout" Target="../slideLayouts/slideLayout276.xml"/>
   <Relationship Id="rId277" Type="http://schemas.openxmlformats.org/officeDocument/2006/relationships/slideLayout" Target="../slideLayouts/slideLayout277.xml"/>
   <Relationship Id="rId278" Type="http://schemas.openxmlformats.org/officeDocument/2006/relationships/slideLayout" Target="../slideLayouts/slideLayout278.xml"/>
   <Relationship Id="rId279" Type="http://schemas.openxmlformats.org/officeDocument/2006/relationships/slideLayout" Target="../slideLayouts/slideLayout279.xml"/>
   <Relationship Id="rId280" Type="http://schemas.openxmlformats.org/officeDocument/2006/relationships/slideLayout" Target="../slideLayouts/slideLayout280.xml"/>
   <Relationship Id="rId281" Type="http://schemas.openxmlformats.org/officeDocument/2006/relationships/slideLayout" Target="../slideLayouts/slideLayout281.xml"/>
   <Relationship Id="rId282" Type="http://schemas.openxmlformats.org/officeDocument/2006/relationships/slideLayout" Target="../slideLayouts/slideLayout282.xml"/>
   <Relationship Id="rId283" Type="http://schemas.openxmlformats.org/officeDocument/2006/relationships/slideLayout" Target="../slideLayouts/slideLayout283.xml"/>
   <Relationship Id="rId284" Type="http://schemas.openxmlformats.org/officeDocument/2006/relationships/slideLayout" Target="../slideLayouts/slideLayout284.xml"/>
   <Relationship Id="rId285" Type="http://schemas.openxmlformats.org/officeDocument/2006/relationships/slideLayout" Target="../slideLayouts/slideLayout285.xml"/>
   <Relationship Id="rId286" Type="http://schemas.openxmlformats.org/officeDocument/2006/relationships/slideLayout" Target="../slideLayouts/slideLayout286.xml"/>
   <Relationship Id="rId287" Type="http://schemas.openxmlformats.org/officeDocument/2006/relationships/slideLayout" Target="../slideLayouts/slideLayout287.xml"/>
   <Relationship Id="rId288" Type="http://schemas.openxmlformats.org/officeDocument/2006/relationships/slideLayout" Target="../slideLayouts/slideLayout288.xml"/>
   <Relationship Id="rId289" Type="http://schemas.openxmlformats.org/officeDocument/2006/relationships/slideLayout" Target="../slideLayouts/slideLayout289.xml"/>
   <Relationship Id="rId290" Type="http://schemas.openxmlformats.org/officeDocument/2006/relationships/slideLayout" Target="../slideLayouts/slideLayout290.xml"/>
   <Relationship Id="rId291" Type="http://schemas.openxmlformats.org/officeDocument/2006/relationships/slideLayout" Target="../slideLayouts/slideLayout291.xml"/>
   <Relationship Id="rId292" Type="http://schemas.openxmlformats.org/officeDocument/2006/relationships/slideLayout" Target="../slideLayouts/slideLayout292.xml"/>
   <Relationship Id="rId293" Type="http://schemas.openxmlformats.org/officeDocument/2006/relationships/slideLayout" Target="../slideLayouts/slideLayout293.xml"/>
   <Relationship Id="rId294" Type="http://schemas.openxmlformats.org/officeDocument/2006/relationships/slideLayout" Target="../slideLayouts/slideLayout294.xml"/>
   <Relationship Id="rId295" Type="http://schemas.openxmlformats.org/officeDocument/2006/relationships/slideLayout" Target="../slideLayouts/slideLayout295.xml"/>
   <Relationship Id="rId296" Type="http://schemas.openxmlformats.org/officeDocument/2006/relationships/slideLayout" Target="../slideLayouts/slideLayout296.xml"/>
   <Relationship Id="rId297" Type="http://schemas.openxmlformats.org/officeDocument/2006/relationships/slideLayout" Target="../slideLayouts/slideLayout297.xml"/>
   <Relationship Id="rId298" Type="http://schemas.openxmlformats.org/officeDocument/2006/relationships/slideLayout" Target="../slideLayouts/slideLayout298.xml"/>
   <Relationship Id="rId299" Type="http://schemas.openxmlformats.org/officeDocument/2006/relationships/slideLayout" Target="../slideLayouts/slideLayout299.xml"/>
   <Relationship Id="rId300" Type="http://schemas.openxmlformats.org/officeDocument/2006/relationships/slideLayout" Target="../slideLayouts/slideLayout300.xml"/>
   <Relationship Id="rId301" Type="http://schemas.openxmlformats.org/officeDocument/2006/relationships/slideLayout" Target="../slideLayouts/slideLayout301.xml"/>
   <Relationship Id="rId302" Type="http://schemas.openxmlformats.org/officeDocument/2006/relationships/slideLayout" Target="../slideLayouts/slideLayout302.xml"/>
   <Relationship Id="rId303" Type="http://schemas.openxmlformats.org/officeDocument/2006/relationships/slideLayout" Target="../slideLayouts/slideLayout303.xml"/>
   <Relationship Id="rId304" Type="http://schemas.openxmlformats.org/officeDocument/2006/relationships/slideLayout" Target="../slideLayouts/slideLayout304.xml"/>
   <Relationship Id="rId305" Type="http://schemas.openxmlformats.org/officeDocument/2006/relationships/slideLayout" Target="../slideLayouts/slideLayout305.xml"/>
   <Relationship Id="rId306" Type="http://schemas.openxmlformats.org/officeDocument/2006/relationships/slideLayout" Target="../slideLayouts/slideLayout306.xml"/>
   <Relationship Id="rId307" Type="http://schemas.openxmlformats.org/officeDocument/2006/relationships/slideLayout" Target="../slideLayouts/slideLayout307.xml"/>
   <Relationship Id="rId308" Type="http://schemas.openxmlformats.org/officeDocument/2006/relationships/slideLayout" Target="../slideLayouts/slideLayout308.xml"/>
   <Relationship Id="rId309" Type="http://schemas.openxmlformats.org/officeDocument/2006/relationships/slideLayout" Target="../slideLayouts/slideLayout309.xml"/>
   <Relationship Id="rId310" Type="http://schemas.openxmlformats.org/officeDocument/2006/relationships/slideLayout" Target="../slideLayouts/slideLayout310.xml"/>
   <Relationship Id="rId311" Type="http://schemas.openxmlformats.org/officeDocument/2006/relationships/slideLayout" Target="../slideLayouts/slideLayout311.xml"/>
   <Relationship Id="rId312" Type="http://schemas.openxmlformats.org/officeDocument/2006/relationships/slideLayout" Target="../slideLayouts/slideLayout312.xml"/>
   <Relationship Id="rId313" Type="http://schemas.openxmlformats.org/officeDocument/2006/relationships/slideLayout" Target="../slideLayouts/slideLayout313.xml"/>
   <Relationship Id="rId314" Type="http://schemas.openxmlformats.org/officeDocument/2006/relationships/slideLayout" Target="../slideLayouts/slideLayout314.xml"/>
   <Relationship Id="rId315" Type="http://schemas.openxmlformats.org/officeDocument/2006/relationships/slideLayout" Target="../slideLayouts/slideLayout315.xml"/>
   <Relationship Id="rId316" Type="http://schemas.openxmlformats.org/officeDocument/2006/relationships/slideLayout" Target="../slideLayouts/slideLayout316.xml"/>
   <Relationship Id="rId317" Type="http://schemas.openxmlformats.org/officeDocument/2006/relationships/slideLayout" Target="../slideLayouts/slideLayout317.xml"/>
   <Relationship Id="rId318" Type="http://schemas.openxmlformats.org/officeDocument/2006/relationships/slideLayout" Target="../slideLayouts/slideLayout318.xml"/>
   <Relationship Id="rId319" Type="http://schemas.openxmlformats.org/officeDocument/2006/relationships/slideLayout" Target="../slideLayouts/slideLayout319.xml"/>
   <Relationship Id="rId320" Type="http://schemas.openxmlformats.org/officeDocument/2006/relationships/slideLayout" Target="../slideLayouts/slideLayout320.xml"/>
   <Relationship Id="rId321" Type="http://schemas.openxmlformats.org/officeDocument/2006/relationships/slideLayout" Target="../slideLayouts/slideLayout321.xml"/>
   <Relationship Id="rId322" Type="http://schemas.openxmlformats.org/officeDocument/2006/relationships/slideLayout" Target="../slideLayouts/slideLayout322.xml"/>
   <Relationship Id="rId323" Type="http://schemas.openxmlformats.org/officeDocument/2006/relationships/slideLayout" Target="../slideLayouts/slideLayout323.xml"/>
   <Relationship Id="rId324" Type="http://schemas.openxmlformats.org/officeDocument/2006/relationships/slideLayout" Target="../slideLayouts/slideLayout324.xml"/>
   <Relationship Id="rId325" Type="http://schemas.openxmlformats.org/officeDocument/2006/relationships/slideLayout" Target="../slideLayouts/slideLayout325.xml"/>
   <Relationship Id="rId326" Type="http://schemas.openxmlformats.org/officeDocument/2006/relationships/slideLayout" Target="../slideLayouts/slideLayout326.xml"/>
   <Relationship Id="rId327" Type="http://schemas.openxmlformats.org/officeDocument/2006/relationships/slideLayout" Target="../slideLayouts/slideLayout327.xml"/>
   <Relationship Id="rId328" Type="http://schemas.openxmlformats.org/officeDocument/2006/relationships/slideLayout" Target="../slideLayouts/slideLayout328.xml"/>
   <Relationship Id="rId329" Type="http://schemas.openxmlformats.org/officeDocument/2006/relationships/slideLayout" Target="../slideLayouts/slideLayout329.xml"/>
   <Relationship Id="rId330" Type="http://schemas.openxmlformats.org/officeDocument/2006/relationships/slideLayout" Target="../slideLayouts/slideLayout330.xml"/>
   <Relationship Id="rId331" Type="http://schemas.openxmlformats.org/officeDocument/2006/relationships/slideLayout" Target="../slideLayouts/slideLayout331.xml"/>
   <Relationship Id="rId332" Type="http://schemas.openxmlformats.org/officeDocument/2006/relationships/slideLayout" Target="../slideLayouts/slideLayout332.xml"/>
   <Relationship Id="rId333" Type="http://schemas.openxmlformats.org/officeDocument/2006/relationships/slideLayout" Target="../slideLayouts/slideLayout333.xml"/>
   <Relationship Id="rId334" Type="http://schemas.openxmlformats.org/officeDocument/2006/relationships/slideLayout" Target="../slideLayouts/slideLayout334.xml"/>
   <Relationship Id="rId335" Type="http://schemas.openxmlformats.org/officeDocument/2006/relationships/slideLayout" Target="../slideLayouts/slideLayout335.xml"/>
   <Relationship Id="rId336" Type="http://schemas.openxmlformats.org/officeDocument/2006/relationships/slideLayout" Target="../slideLayouts/slideLayout336.xml"/>
   <Relationship Id="rId337" Type="http://schemas.openxmlformats.org/officeDocument/2006/relationships/slideLayout" Target="../slideLayouts/slideLayout337.xml"/>
   <Relationship Id="rId338" Type="http://schemas.openxmlformats.org/officeDocument/2006/relationships/slideLayout" Target="../slideLayouts/slideLayout338.xml"/>
   <Relationship Id="rId339" Type="http://schemas.openxmlformats.org/officeDocument/2006/relationships/slideLayout" Target="../slideLayouts/slideLayout339.xml"/>
   <Relationship Id="rId340" Type="http://schemas.openxmlformats.org/officeDocument/2006/relationships/slideLayout" Target="../slideLayouts/slideLayout340.xml"/>
   <Relationship Id="rId341" Type="http://schemas.openxmlformats.org/officeDocument/2006/relationships/slideLayout" Target="../slideLayouts/slideLayout341.xml"/>
   <Relationship Id="rId342" Type="http://schemas.openxmlformats.org/officeDocument/2006/relationships/slideLayout" Target="../slideLayouts/slideLayout342.xml"/>
   <Relationship Id="rId343" Type="http://schemas.openxmlformats.org/officeDocument/2006/relationships/slideLayout" Target="../slideLayouts/slideLayout343.xml"/>
   <Relationship Id="rId344" Type="http://schemas.openxmlformats.org/officeDocument/2006/relationships/slideLayout" Target="../slideLayouts/slideLayout344.xml"/>
   <Relationship Id="rId345" Type="http://schemas.openxmlformats.org/officeDocument/2006/relationships/slideLayout" Target="../slideLayouts/slideLayout345.xml"/>
   <Relationship Id="rId346" Type="http://schemas.openxmlformats.org/officeDocument/2006/relationships/slideLayout" Target="../slideLayouts/slideLayout346.xml"/>
   <Relationship Id="rId347" Type="http://schemas.openxmlformats.org/officeDocument/2006/relationships/slideLayout" Target="../slideLayouts/slideLayout347.xml"/>
   <Relationship Id="rId348" Type="http://schemas.openxmlformats.org/officeDocument/2006/relationships/slideLayout" Target="../slideLayouts/slideLayout348.xml"/>
   <Relationship Id="rId349" Type="http://schemas.openxmlformats.org/officeDocument/2006/relationships/slideLayout" Target="../slideLayouts/slideLayout349.xml"/>
   <Relationship Id="rId350" Type="http://schemas.openxmlformats.org/officeDocument/2006/relationships/slideLayout" Target="../slideLayouts/slideLayout350.xml"/>
   <Relationship Id="rId351" Type="http://schemas.openxmlformats.org/officeDocument/2006/relationships/slideLayout" Target="../slideLayouts/slideLayout351.xml"/>
   <Relationship Id="rId352" Type="http://schemas.openxmlformats.org/officeDocument/2006/relationships/slideLayout" Target="../slideLayouts/slideLayout352.xml"/>
   <Relationship Id="rId353" Type="http://schemas.openxmlformats.org/officeDocument/2006/relationships/slideLayout" Target="../slideLayouts/slideLayout353.xml"/>
   <Relationship Id="rId354" Type="http://schemas.openxmlformats.org/officeDocument/2006/relationships/slideLayout" Target="../slideLayouts/slideLayout354.xml"/>
   <Relationship Id="rId355" Type="http://schemas.openxmlformats.org/officeDocument/2006/relationships/slideLayout" Target="../slideLayouts/slideLayout355.xml"/>
   <Relationship Id="rId356" Type="http://schemas.openxmlformats.org/officeDocument/2006/relationships/slideLayout" Target="../slideLayouts/slideLayout356.xml"/>
   <Relationship Id="rId357" Type="http://schemas.openxmlformats.org/officeDocument/2006/relationships/slideLayout" Target="../slideLayouts/slideLayout357.xml"/>
   <Relationship Id="rId358" Type="http://schemas.openxmlformats.org/officeDocument/2006/relationships/slideLayout" Target="../slideLayouts/slideLayout358.xml"/>
   <Relationship Id="rId359" Type="http://schemas.openxmlformats.org/officeDocument/2006/relationships/slideLayout" Target="../slideLayouts/slideLayout359.xml"/>
   <Relationship Id="rId360" Type="http://schemas.openxmlformats.org/officeDocument/2006/relationships/slideLayout" Target="../slideLayouts/slideLayout360.xml"/>
   <Relationship Id="rId361" Type="http://schemas.openxmlformats.org/officeDocument/2006/relationships/slideLayout" Target="../slideLayouts/slideLayout361.xml"/>
   <Relationship Id="rId362" Type="http://schemas.openxmlformats.org/officeDocument/2006/relationships/slideLayout" Target="../slideLayouts/slideLayout362.xml"/>
   <Relationship Id="rId363" Type="http://schemas.openxmlformats.org/officeDocument/2006/relationships/slideLayout" Target="../slideLayouts/slideLayout363.xml"/>
   <Relationship Id="rId364" Type="http://schemas.openxmlformats.org/officeDocument/2006/relationships/slideLayout" Target="../slideLayouts/slideLayout364.xml"/>
   <Relationship Id="rId365" Type="http://schemas.openxmlformats.org/officeDocument/2006/relationships/slideLayout" Target="../slideLayouts/slideLayout365.xml"/>
   <Relationship Id="rId366" Type="http://schemas.openxmlformats.org/officeDocument/2006/relationships/slideLayout" Target="../slideLayouts/slideLayout366.xml"/>
   <Relationship Id="rId367" Type="http://schemas.openxmlformats.org/officeDocument/2006/relationships/slideLayout" Target="../slideLayouts/slideLayout367.xml"/>
   <Relationship Id="rId368" Type="http://schemas.openxmlformats.org/officeDocument/2006/relationships/slideLayout" Target="../slideLayouts/slideLayout368.xml"/>
   <Relationship Id="rId369" Type="http://schemas.openxmlformats.org/officeDocument/2006/relationships/slideLayout" Target="../slideLayouts/slideLayout369.xml"/>
   <Relationship Id="rId370" Type="http://schemas.openxmlformats.org/officeDocument/2006/relationships/slideLayout" Target="../slideLayouts/slideLayout370.xml"/>
   <Relationship Id="rId371" Type="http://schemas.openxmlformats.org/officeDocument/2006/relationships/slideLayout" Target="../slideLayouts/slideLayout371.xml"/>
   <Relationship Id="rId372" Type="http://schemas.openxmlformats.org/officeDocument/2006/relationships/slideLayout" Target="../slideLayouts/slideLayout372.xml"/>
   <Relationship Id="rId373" Type="http://schemas.openxmlformats.org/officeDocument/2006/relationships/slideLayout" Target="../slideLayouts/slideLayout373.xml"/>
   <Relationship Id="rId374" Type="http://schemas.openxmlformats.org/officeDocument/2006/relationships/slideLayout" Target="../slideLayouts/slideLayout374.xml"/>
   <Relationship Id="rId375" Type="http://schemas.openxmlformats.org/officeDocument/2006/relationships/slideLayout" Target="../slideLayouts/slideLayout375.xml"/>
   <Relationship Id="rId376" Type="http://schemas.openxmlformats.org/officeDocument/2006/relationships/slideLayout" Target="../slideLayouts/slideLayout376.xml"/>
   <Relationship Id="rId377" Type="http://schemas.openxmlformats.org/officeDocument/2006/relationships/slideLayout" Target="../slideLayouts/slideLayout377.xml"/>
   <Relationship Id="rId378" Type="http://schemas.openxmlformats.org/officeDocument/2006/relationships/slideLayout" Target="../slideLayouts/slideLayout378.xml"/>
   <Relationship Id="rId379" Type="http://schemas.openxmlformats.org/officeDocument/2006/relationships/slideLayout" Target="../slideLayouts/slideLayout379.xml"/>
   <Relationship Id="rId380" Type="http://schemas.openxmlformats.org/officeDocument/2006/relationships/slideLayout" Target="../slideLayouts/slideLayout380.xml"/>
   <Relationship Id="rId381" Type="http://schemas.openxmlformats.org/officeDocument/2006/relationships/slideLayout" Target="../slideLayouts/slideLayout381.xml"/>
   <Relationship Id="rId382" Type="http://schemas.openxmlformats.org/officeDocument/2006/relationships/slideLayout" Target="../slideLayouts/slideLayout382.xml"/>
   <Relationship Id="rId383" Type="http://schemas.openxmlformats.org/officeDocument/2006/relationships/slideLayout" Target="../slideLayouts/slideLayout383.xml"/>
   <Relationship Id="rId384" Type="http://schemas.openxmlformats.org/officeDocument/2006/relationships/slideLayout" Target="../slideLayouts/slideLayout384.xml"/>
   <Relationship Id="rId385" Type="http://schemas.openxmlformats.org/officeDocument/2006/relationships/slideLayout" Target="../slideLayouts/slideLayout385.xml"/>
   <Relationship Id="rId386" Type="http://schemas.openxmlformats.org/officeDocument/2006/relationships/slideLayout" Target="../slideLayouts/slideLayout386.xml"/>
   <Relationship Id="rId387" Type="http://schemas.openxmlformats.org/officeDocument/2006/relationships/slideLayout" Target="../slideLayouts/slideLayout387.xml"/>
   <Relationship Id="rId388" Type="http://schemas.openxmlformats.org/officeDocument/2006/relationships/slideLayout" Target="../slideLayouts/slideLayout388.xml"/>
   <Relationship Id="rId389" Type="http://schemas.openxmlformats.org/officeDocument/2006/relationships/slideLayout" Target="../slideLayouts/slideLayout389.xml"/>
   <Relationship Id="rId390" Type="http://schemas.openxmlformats.org/officeDocument/2006/relationships/slideLayout" Target="../slideLayouts/slideLayout390.xml"/>
   <Relationship Id="rId391" Type="http://schemas.openxmlformats.org/officeDocument/2006/relationships/slideLayout" Target="../slideLayouts/slideLayout391.xml"/>
   <Relationship Id="rId392" Type="http://schemas.openxmlformats.org/officeDocument/2006/relationships/slideLayout" Target="../slideLayouts/slideLayout392.xml"/>
   <Relationship Id="rId393" Type="http://schemas.openxmlformats.org/officeDocument/2006/relationships/slideLayout" Target="../slideLayouts/slideLayout393.xml"/>
   <Relationship Id="rId394" Type="http://schemas.openxmlformats.org/officeDocument/2006/relationships/slideLayout" Target="../slideLayouts/slideLayout394.xml"/>
   <Relationship Id="rId395" Type="http://schemas.openxmlformats.org/officeDocument/2006/relationships/slideLayout" Target="../slideLayouts/slideLayout395.xml"/>
   <Relationship Id="rId396" Type="http://schemas.openxmlformats.org/officeDocument/2006/relationships/slideLayout" Target="../slideLayouts/slideLayout396.xml"/>
   <Relationship Id="rId397" Type="http://schemas.openxmlformats.org/officeDocument/2006/relationships/slideLayout" Target="../slideLayouts/slideLayout397.xml"/>
   <Relationship Id="rId398" Type="http://schemas.openxmlformats.org/officeDocument/2006/relationships/slideLayout" Target="../slideLayouts/slideLayout398.xml"/>
   <Relationship Id="rId399" Type="http://schemas.openxmlformats.org/officeDocument/2006/relationships/theme" Target="../theme/theme1.xml"/>
   <Relationship Id="rId400" Type="http://schemas.openxmlformats.org/officeDocument/2006/relationships/slideLayout" Target="../slideLayouts/slideLayout399.xml"/>
   <Relationship Id="rId401" Type="http://schemas.openxmlformats.org/officeDocument/2006/relationships/slideLayout" Target="../slideLayouts/slideLayout400.xml"/>
   <Relationship Id="rId402" Type="http://schemas.openxmlformats.org/officeDocument/2006/relationships/slideLayout" Target="../slideLayouts/slideLayout401.xml"/>
   <Relationship Id="rId403" Type="http://schemas.openxmlformats.org/officeDocument/2006/relationships/slideLayout" Target="../slideLayouts/slideLayout402.xml"/>
   <Relationship Id="rId404" Type="http://schemas.openxmlformats.org/officeDocument/2006/relationships/slideLayout" Target="../slideLayouts/slideLayout403.xml"/>
   <Relationship Id="rId405" Type="http://schemas.openxmlformats.org/officeDocument/2006/relationships/slideLayout" Target="../slideLayouts/slideLayout404.xml"/>
   <Relationship Id="rId406" Type="http://schemas.openxmlformats.org/officeDocument/2006/relationships/slideLayout" Target="../slideLayouts/slideLayout405.xml"/>
   <Relationship Id="rId407" Type="http://schemas.openxmlformats.org/officeDocument/2006/relationships/slideLayout" Target="../slideLayouts/slideLayout406.xml"/>
   <Relationship Id="rId408" Type="http://schemas.openxmlformats.org/officeDocument/2006/relationships/slideLayout" Target="../slideLayouts/slideLayout407.xml"/>
</Relationships>
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51" name="Title Placeholder"/>
          <p:cNvSpPr>
            <a:spLocks noGrp="1"/>
          </p:cNvSpPr>
          <p:nvPr>
            <p:ph type="title"/>
          </p:nvPr>
        </p:nvSpPr>
        <p:spPr>
          <a:xfrm>
            <a:off y="228600" x="228600"/>
            <a:ext cy="1143000" cx="8686800"/>
          </a:xfrm>
          <a:prstGeom prst="rect">
            <a:avLst/>
          </a:prstGeom>
        </p:spPr>
        <p:txBody>
          <a:bodyPr lIns="91440" rtlCol="0" vert="horz" anchor="ctr" bIns="45720" rIns="91440" tIns="45720">
            <a:normAutofit/>
          </a:bodyPr>
          <a:lstStyle/>
          <a:p>
            <a:r>
              <a:rPr lang="zh-CN" smtClean="0"/>
              <a:t>点击编辑主标题样式</a:t>
            </a:r>
            <a:endParaRPr lang="zh-CN"/>
          </a:p>
        </p:txBody>
      </p:sp>
      <p:sp>
        <p:nvSpPr>
          <p:cNvPr id="2252" name="Text Placeholder 2"/>
          <p:cNvSpPr>
            <a:spLocks noGrp="1"/>
          </p:cNvSpPr>
          <p:nvPr>
            <p:ph idx="1" type="body"/>
          </p:nvPr>
        </p:nvSpPr>
        <p:spPr>
          <a:xfrm>
            <a:off y="1435100" x="228600"/>
            <a:ext cy="4765675" cx="8686800"/>
          </a:xfrm>
          <a:prstGeom prst="rect">
            <a:avLst/>
          </a:prstGeom>
        </p:spPr>
        <p:txBody>
          <a:bodyPr lIns="91440" rtlCol="0" vert="horz" bIns="45720" rIns="91440" tIns="45720">
            <a:normAutofit/>
          </a:bodyPr>
          <a:lstStyle/>
          <a:p>
            <a:pPr lvl="0"/>
            <a:r>
              <a:rPr lang="zh-CN" smtClean="0"/>
              <a:t>点击编辑主文本样式</a:t>
            </a:r>
          </a:p>
          <a:p>
            <a:pPr lvl="1"/>
            <a:r>
              <a:rPr lang="zh-CN" smtClean="0"/>
              <a:t>第二级</a:t>
            </a:r>
          </a:p>
          <a:p>
            <a:pPr lvl="2"/>
            <a:r>
              <a:rPr lang="zh-CN" smtClean="0"/>
              <a:t>第三级</a:t>
            </a:r>
          </a:p>
          <a:p>
            <a:pPr lvl="3"/>
            <a:r>
              <a:rPr lang="zh-CN" smtClean="0"/>
              <a:t>第四级</a:t>
            </a:r>
          </a:p>
          <a:p>
            <a:pPr lvl="4"/>
            <a:r>
              <a:rPr lang="zh-CN" smtClean="0"/>
              <a:t>第五级</a:t>
            </a:r>
            <a:endParaRPr lang="zh-CN"/>
          </a:p>
        </p:txBody>
      </p:sp>
      <p:sp>
        <p:nvSpPr>
          <p:cNvPr id="2253" name="Date Placeholder"/>
          <p:cNvSpPr>
            <a:spLocks noGrp="1"/>
          </p:cNvSpPr>
          <p:nvPr>
            <p:ph idx="2" type="dt" sz="half"/>
          </p:nvPr>
        </p:nvSpPr>
        <p:spPr>
          <a:xfrm>
            <a:off y="6264275" x="228600"/>
            <a:ext cy="365125" cx="2133600"/>
          </a:xfrm>
          <a:prstGeom prst="rect">
            <a:avLst/>
          </a:prstGeom>
        </p:spPr>
        <p:txBody>
          <a:bodyPr lIns="91440" rtlCol="0" vert="horz" anchor="ctr" bIns="45720" rIns="91440" tIns="45720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F5EA2D7-B48E-1E42-84C8-ACC0C039B5E0}" type="datetimeFigureOut">
              <a:rPr lang="zh-CN" smtClean="0"/>
              <a:pPr/>
              <a:t>12/07/25</a:t>
            </a:fld>
            <a:endParaRPr lang="zh-CN"/>
          </a:p>
        </p:txBody>
      </p:sp>
      <p:sp>
        <p:nvSpPr>
          <p:cNvPr id="2254" name="Footer Placeholder"/>
          <p:cNvSpPr>
            <a:spLocks noGrp="1"/>
          </p:cNvSpPr>
          <p:nvPr>
            <p:ph idx="3" type="ftr" sz="quarter"/>
          </p:nvPr>
        </p:nvSpPr>
        <p:spPr>
          <a:xfrm>
            <a:off y="6264275" x="3124200"/>
            <a:ext cy="365125" cx="2895600"/>
          </a:xfrm>
          <a:prstGeom prst="rect">
            <a:avLst/>
          </a:prstGeom>
        </p:spPr>
        <p:txBody>
          <a:bodyPr lIns="91440" rtlCol="0" vert="horz" anchor="ctr" bIns="45720" rIns="91440" tIns="45720">
            <a:normAutofit/>
          </a:bodyPr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/>
          </a:p>
        </p:txBody>
      </p:sp>
      <p:sp>
        <p:nvSpPr>
          <p:cNvPr id="2255" name="Slide Number Placeholder"/>
          <p:cNvSpPr>
            <a:spLocks noGrp="1"/>
          </p:cNvSpPr>
          <p:nvPr>
            <p:ph idx="4" type="sldNum" sz="quarter"/>
          </p:nvPr>
        </p:nvSpPr>
        <p:spPr>
          <a:xfrm>
            <a:off y="6264275" x="6781800"/>
            <a:ext cy="365125" cx="2133600"/>
          </a:xfrm>
          <a:prstGeom prst="rect">
            <a:avLst/>
          </a:prstGeom>
        </p:spPr>
        <p:txBody>
          <a:bodyPr lIns="91440" rtlCol="0" vert="horz" anchor="ctr" bIns="45720" rIns="91440" tIns="45720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62FA0-3EBC-2744-9BAA-8F8055D6B790}" type="slidenum">
              <a:rPr lang="zh-CN" smtClean="0"/>
              <a:pPr/>
              <a:t>‹#›</a:t>
            </a:fld>
            <a:endParaRPr lang="zh-CN"/>
          </a:p>
        </p:txBody>
      </p:sp>
    </p:spTree>
  </p:cSld>
  <p:clrMap bg1="lt1" tx2="dk2" hlink="hlink" accent3="accent3" accent6="accent6" accent5="accent5" tx1="dk1" bg2="lt2" folHlink="folHlink" accent2="accent2" accent4="accent4" accent1="accent1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  <p:sldLayoutId id="2147483710" r:id="rId63"/>
    <p:sldLayoutId id="2147483711" r:id="rId64"/>
    <p:sldLayoutId id="2147483712" r:id="rId65"/>
    <p:sldLayoutId id="2147483713" r:id="rId66"/>
    <p:sldLayoutId id="2147483714" r:id="rId67"/>
    <p:sldLayoutId id="2147483715" r:id="rId68"/>
    <p:sldLayoutId id="2147483716" r:id="rId69"/>
    <p:sldLayoutId id="2147483717" r:id="rId70"/>
    <p:sldLayoutId id="2147483718" r:id="rId71"/>
    <p:sldLayoutId id="2147483719" r:id="rId72"/>
    <p:sldLayoutId id="2147483720" r:id="rId73"/>
    <p:sldLayoutId id="2147483721" r:id="rId74"/>
    <p:sldLayoutId id="2147483722" r:id="rId75"/>
    <p:sldLayoutId id="2147483723" r:id="rId76"/>
    <p:sldLayoutId id="2147483724" r:id="rId77"/>
    <p:sldLayoutId id="2147483725" r:id="rId78"/>
    <p:sldLayoutId id="2147483726" r:id="rId79"/>
    <p:sldLayoutId id="2147483727" r:id="rId80"/>
    <p:sldLayoutId id="2147483728" r:id="rId81"/>
    <p:sldLayoutId id="2147483729" r:id="rId82"/>
    <p:sldLayoutId id="2147483730" r:id="rId83"/>
    <p:sldLayoutId id="2147483731" r:id="rId84"/>
    <p:sldLayoutId id="2147483732" r:id="rId85"/>
    <p:sldLayoutId id="2147483733" r:id="rId86"/>
    <p:sldLayoutId id="2147483734" r:id="rId87"/>
    <p:sldLayoutId id="2147483735" r:id="rId88"/>
    <p:sldLayoutId id="2147483736" r:id="rId89"/>
    <p:sldLayoutId id="2147483737" r:id="rId90"/>
    <p:sldLayoutId id="2147483738" r:id="rId91"/>
    <p:sldLayoutId id="2147483739" r:id="rId92"/>
    <p:sldLayoutId id="2147483740" r:id="rId93"/>
    <p:sldLayoutId id="2147483741" r:id="rId94"/>
    <p:sldLayoutId id="2147483742" r:id="rId95"/>
    <p:sldLayoutId id="2147483743" r:id="rId96"/>
    <p:sldLayoutId id="2147483744" r:id="rId97"/>
    <p:sldLayoutId id="2147483745" r:id="rId98"/>
    <p:sldLayoutId id="2147483746" r:id="rId99"/>
    <p:sldLayoutId id="2147483747" r:id="rId100"/>
    <p:sldLayoutId id="2147483748" r:id="rId101"/>
    <p:sldLayoutId id="2147483749" r:id="rId102"/>
    <p:sldLayoutId id="2147483750" r:id="rId103"/>
    <p:sldLayoutId id="2147483751" r:id="rId104"/>
    <p:sldLayoutId id="2147483752" r:id="rId105"/>
    <p:sldLayoutId id="2147483753" r:id="rId106"/>
    <p:sldLayoutId id="2147483754" r:id="rId107"/>
    <p:sldLayoutId id="2147483755" r:id="rId108"/>
    <p:sldLayoutId id="2147483756" r:id="rId109"/>
    <p:sldLayoutId id="2147483757" r:id="rId110"/>
    <p:sldLayoutId id="2147483758" r:id="rId111"/>
    <p:sldLayoutId id="2147483759" r:id="rId112"/>
    <p:sldLayoutId id="2147483760" r:id="rId113"/>
    <p:sldLayoutId id="2147483761" r:id="rId114"/>
    <p:sldLayoutId id="2147483762" r:id="rId115"/>
    <p:sldLayoutId id="2147483763" r:id="rId116"/>
    <p:sldLayoutId id="2147483764" r:id="rId117"/>
    <p:sldLayoutId id="2147483765" r:id="rId118"/>
    <p:sldLayoutId id="2147483766" r:id="rId119"/>
    <p:sldLayoutId id="2147483767" r:id="rId120"/>
    <p:sldLayoutId id="2147483768" r:id="rId121"/>
    <p:sldLayoutId id="2147483769" r:id="rId122"/>
    <p:sldLayoutId id="2147483770" r:id="rId123"/>
    <p:sldLayoutId id="2147483771" r:id="rId124"/>
    <p:sldLayoutId id="2147483772" r:id="rId125"/>
    <p:sldLayoutId id="2147483773" r:id="rId126"/>
    <p:sldLayoutId id="2147483774" r:id="rId127"/>
    <p:sldLayoutId id="2147483775" r:id="rId128"/>
    <p:sldLayoutId id="2147483776" r:id="rId129"/>
    <p:sldLayoutId id="2147483777" r:id="rId130"/>
    <p:sldLayoutId id="2147483778" r:id="rId131"/>
    <p:sldLayoutId id="2147483779" r:id="rId132"/>
    <p:sldLayoutId id="2147483780" r:id="rId133"/>
    <p:sldLayoutId id="2147483781" r:id="rId134"/>
    <p:sldLayoutId id="2147483782" r:id="rId135"/>
    <p:sldLayoutId id="2147483783" r:id="rId136"/>
    <p:sldLayoutId id="2147483784" r:id="rId137"/>
    <p:sldLayoutId id="2147483785" r:id="rId138"/>
    <p:sldLayoutId id="2147483786" r:id="rId139"/>
    <p:sldLayoutId id="2147483787" r:id="rId140"/>
    <p:sldLayoutId id="2147483788" r:id="rId141"/>
    <p:sldLayoutId id="2147483789" r:id="rId142"/>
    <p:sldLayoutId id="2147483790" r:id="rId143"/>
    <p:sldLayoutId id="2147483791" r:id="rId144"/>
    <p:sldLayoutId id="2147483792" r:id="rId145"/>
    <p:sldLayoutId id="2147483793" r:id="rId146"/>
    <p:sldLayoutId id="2147483794" r:id="rId147"/>
    <p:sldLayoutId id="2147483795" r:id="rId148"/>
    <p:sldLayoutId id="2147483796" r:id="rId149"/>
    <p:sldLayoutId id="2147483797" r:id="rId150"/>
    <p:sldLayoutId id="2147483798" r:id="rId151"/>
    <p:sldLayoutId id="2147483799" r:id="rId152"/>
    <p:sldLayoutId id="2147483800" r:id="rId153"/>
    <p:sldLayoutId id="2147483801" r:id="rId154"/>
    <p:sldLayoutId id="2147483802" r:id="rId155"/>
    <p:sldLayoutId id="2147483803" r:id="rId156"/>
    <p:sldLayoutId id="2147483804" r:id="rId157"/>
    <p:sldLayoutId id="2147483805" r:id="rId158"/>
    <p:sldLayoutId id="2147483806" r:id="rId159"/>
    <p:sldLayoutId id="2147483807" r:id="rId160"/>
    <p:sldLayoutId id="2147483808" r:id="rId161"/>
    <p:sldLayoutId id="2147483809" r:id="rId162"/>
    <p:sldLayoutId id="2147483810" r:id="rId163"/>
    <p:sldLayoutId id="2147483811" r:id="rId164"/>
    <p:sldLayoutId id="2147483812" r:id="rId165"/>
    <p:sldLayoutId id="2147483813" r:id="rId166"/>
    <p:sldLayoutId id="2147483814" r:id="rId167"/>
    <p:sldLayoutId id="2147483815" r:id="rId168"/>
    <p:sldLayoutId id="2147483816" r:id="rId169"/>
    <p:sldLayoutId id="2147483817" r:id="rId170"/>
    <p:sldLayoutId id="2147483818" r:id="rId171"/>
    <p:sldLayoutId id="2147483819" r:id="rId172"/>
    <p:sldLayoutId id="2147483820" r:id="rId173"/>
    <p:sldLayoutId id="2147483821" r:id="rId174"/>
    <p:sldLayoutId id="2147483822" r:id="rId175"/>
    <p:sldLayoutId id="2147483823" r:id="rId176"/>
    <p:sldLayoutId id="2147483824" r:id="rId177"/>
    <p:sldLayoutId id="2147483825" r:id="rId178"/>
    <p:sldLayoutId id="2147483826" r:id="rId179"/>
    <p:sldLayoutId id="2147483827" r:id="rId180"/>
    <p:sldLayoutId id="2147483828" r:id="rId181"/>
    <p:sldLayoutId id="2147483829" r:id="rId182"/>
    <p:sldLayoutId id="2147483830" r:id="rId183"/>
    <p:sldLayoutId id="2147483831" r:id="rId184"/>
    <p:sldLayoutId id="2147483832" r:id="rId185"/>
    <p:sldLayoutId id="2147483833" r:id="rId186"/>
    <p:sldLayoutId id="2147483834" r:id="rId187"/>
    <p:sldLayoutId id="2147483835" r:id="rId188"/>
    <p:sldLayoutId id="2147483836" r:id="rId189"/>
    <p:sldLayoutId id="2147483837" r:id="rId190"/>
    <p:sldLayoutId id="2147483838" r:id="rId191"/>
    <p:sldLayoutId id="2147483839" r:id="rId192"/>
    <p:sldLayoutId id="2147483840" r:id="rId193"/>
    <p:sldLayoutId id="2147483841" r:id="rId194"/>
    <p:sldLayoutId id="2147483842" r:id="rId195"/>
    <p:sldLayoutId id="2147483843" r:id="rId196"/>
    <p:sldLayoutId id="2147483844" r:id="rId197"/>
    <p:sldLayoutId id="2147483845" r:id="rId198"/>
    <p:sldLayoutId id="2147483846" r:id="rId199"/>
    <p:sldLayoutId id="2147483847" r:id="rId200"/>
    <p:sldLayoutId id="2147483848" r:id="rId201"/>
    <p:sldLayoutId id="2147483849" r:id="rId202"/>
    <p:sldLayoutId id="2147483850" r:id="rId203"/>
    <p:sldLayoutId id="2147483851" r:id="rId204"/>
    <p:sldLayoutId id="2147483852" r:id="rId205"/>
    <p:sldLayoutId id="2147483853" r:id="rId206"/>
    <p:sldLayoutId id="2147483854" r:id="rId207"/>
    <p:sldLayoutId id="2147483855" r:id="rId208"/>
    <p:sldLayoutId id="2147483856" r:id="rId209"/>
    <p:sldLayoutId id="2147483857" r:id="rId210"/>
    <p:sldLayoutId id="2147483858" r:id="rId211"/>
    <p:sldLayoutId id="2147483859" r:id="rId212"/>
    <p:sldLayoutId id="2147483860" r:id="rId213"/>
    <p:sldLayoutId id="2147483861" r:id="rId214"/>
    <p:sldLayoutId id="2147483862" r:id="rId215"/>
    <p:sldLayoutId id="2147483863" r:id="rId216"/>
    <p:sldLayoutId id="2147483864" r:id="rId217"/>
    <p:sldLayoutId id="2147483865" r:id="rId218"/>
    <p:sldLayoutId id="2147483866" r:id="rId219"/>
    <p:sldLayoutId id="2147483867" r:id="rId220"/>
    <p:sldLayoutId id="2147483868" r:id="rId221"/>
    <p:sldLayoutId id="2147483869" r:id="rId222"/>
    <p:sldLayoutId id="2147483870" r:id="rId223"/>
    <p:sldLayoutId id="2147483871" r:id="rId224"/>
    <p:sldLayoutId id="2147483872" r:id="rId225"/>
    <p:sldLayoutId id="2147483873" r:id="rId226"/>
    <p:sldLayoutId id="2147483874" r:id="rId227"/>
    <p:sldLayoutId id="2147483875" r:id="rId228"/>
    <p:sldLayoutId id="2147483876" r:id="rId229"/>
    <p:sldLayoutId id="2147483877" r:id="rId230"/>
    <p:sldLayoutId id="2147483878" r:id="rId231"/>
    <p:sldLayoutId id="2147483879" r:id="rId232"/>
    <p:sldLayoutId id="2147483880" r:id="rId233"/>
    <p:sldLayoutId id="2147483881" r:id="rId234"/>
    <p:sldLayoutId id="2147483882" r:id="rId235"/>
    <p:sldLayoutId id="2147483883" r:id="rId236"/>
    <p:sldLayoutId id="2147483884" r:id="rId237"/>
    <p:sldLayoutId id="2147483885" r:id="rId238"/>
    <p:sldLayoutId id="2147483886" r:id="rId239"/>
    <p:sldLayoutId id="2147483887" r:id="rId240"/>
    <p:sldLayoutId id="2147483888" r:id="rId241"/>
    <p:sldLayoutId id="2147483889" r:id="rId242"/>
    <p:sldLayoutId id="2147483890" r:id="rId243"/>
    <p:sldLayoutId id="2147483891" r:id="rId244"/>
    <p:sldLayoutId id="2147483892" r:id="rId245"/>
    <p:sldLayoutId id="2147483893" r:id="rId246"/>
    <p:sldLayoutId id="2147483894" r:id="rId247"/>
    <p:sldLayoutId id="2147483895" r:id="rId248"/>
    <p:sldLayoutId id="2147483896" r:id="rId249"/>
    <p:sldLayoutId id="2147483897" r:id="rId250"/>
    <p:sldLayoutId id="2147483898" r:id="rId251"/>
    <p:sldLayoutId id="2147483899" r:id="rId252"/>
    <p:sldLayoutId id="2147483900" r:id="rId253"/>
    <p:sldLayoutId id="2147483901" r:id="rId254"/>
    <p:sldLayoutId id="2147483902" r:id="rId255"/>
    <p:sldLayoutId id="2147483903" r:id="rId256"/>
    <p:sldLayoutId id="2147483904" r:id="rId257"/>
    <p:sldLayoutId id="2147483905" r:id="rId258"/>
    <p:sldLayoutId id="2147483906" r:id="rId259"/>
    <p:sldLayoutId id="2147483907" r:id="rId260"/>
    <p:sldLayoutId id="2147483908" r:id="rId261"/>
    <p:sldLayoutId id="2147483909" r:id="rId262"/>
    <p:sldLayoutId id="2147483910" r:id="rId263"/>
    <p:sldLayoutId id="2147483911" r:id="rId264"/>
    <p:sldLayoutId id="2147483912" r:id="rId265"/>
    <p:sldLayoutId id="2147483913" r:id="rId266"/>
    <p:sldLayoutId id="2147483914" r:id="rId267"/>
    <p:sldLayoutId id="2147483915" r:id="rId268"/>
    <p:sldLayoutId id="2147483916" r:id="rId269"/>
    <p:sldLayoutId id="2147483917" r:id="rId270"/>
    <p:sldLayoutId id="2147483918" r:id="rId271"/>
    <p:sldLayoutId id="2147483919" r:id="rId272"/>
    <p:sldLayoutId id="2147483920" r:id="rId273"/>
    <p:sldLayoutId id="2147483921" r:id="rId274"/>
    <p:sldLayoutId id="2147483922" r:id="rId275"/>
    <p:sldLayoutId id="2147483923" r:id="rId276"/>
    <p:sldLayoutId id="2147483924" r:id="rId277"/>
    <p:sldLayoutId id="2147483925" r:id="rId278"/>
    <p:sldLayoutId id="2147483926" r:id="rId279"/>
    <p:sldLayoutId id="2147483927" r:id="rId280"/>
    <p:sldLayoutId id="2147483928" r:id="rId281"/>
    <p:sldLayoutId id="2147483929" r:id="rId282"/>
    <p:sldLayoutId id="2147483930" r:id="rId283"/>
    <p:sldLayoutId id="2147483931" r:id="rId284"/>
    <p:sldLayoutId id="2147483932" r:id="rId285"/>
    <p:sldLayoutId id="2147483933" r:id="rId286"/>
    <p:sldLayoutId id="2147483934" r:id="rId287"/>
    <p:sldLayoutId id="2147483935" r:id="rId288"/>
    <p:sldLayoutId id="2147483936" r:id="rId289"/>
    <p:sldLayoutId id="2147483937" r:id="rId290"/>
    <p:sldLayoutId id="2147483938" r:id="rId291"/>
    <p:sldLayoutId id="2147483939" r:id="rId292"/>
    <p:sldLayoutId id="2147483940" r:id="rId293"/>
    <p:sldLayoutId id="2147483941" r:id="rId294"/>
    <p:sldLayoutId id="2147483942" r:id="rId295"/>
    <p:sldLayoutId id="2147483943" r:id="rId296"/>
    <p:sldLayoutId id="2147483944" r:id="rId297"/>
    <p:sldLayoutId id="2147483945" r:id="rId298"/>
    <p:sldLayoutId id="2147483946" r:id="rId299"/>
    <p:sldLayoutId id="2147483947" r:id="rId300"/>
    <p:sldLayoutId id="2147483948" r:id="rId301"/>
    <p:sldLayoutId id="2147483949" r:id="rId302"/>
    <p:sldLayoutId id="2147483950" r:id="rId303"/>
    <p:sldLayoutId id="2147483951" r:id="rId304"/>
    <p:sldLayoutId id="2147483952" r:id="rId305"/>
    <p:sldLayoutId id="2147483953" r:id="rId306"/>
    <p:sldLayoutId id="2147483954" r:id="rId307"/>
    <p:sldLayoutId id="2147483955" r:id="rId308"/>
    <p:sldLayoutId id="2147483956" r:id="rId309"/>
    <p:sldLayoutId id="2147483957" r:id="rId310"/>
    <p:sldLayoutId id="2147483958" r:id="rId311"/>
    <p:sldLayoutId id="2147483959" r:id="rId312"/>
    <p:sldLayoutId id="2147483960" r:id="rId313"/>
    <p:sldLayoutId id="2147483961" r:id="rId314"/>
    <p:sldLayoutId id="2147483962" r:id="rId315"/>
    <p:sldLayoutId id="2147483963" r:id="rId316"/>
    <p:sldLayoutId id="2147483964" r:id="rId317"/>
    <p:sldLayoutId id="2147483965" r:id="rId318"/>
    <p:sldLayoutId id="2147483966" r:id="rId319"/>
    <p:sldLayoutId id="2147483967" r:id="rId320"/>
    <p:sldLayoutId id="2147483968" r:id="rId321"/>
    <p:sldLayoutId id="2147483969" r:id="rId322"/>
    <p:sldLayoutId id="2147483970" r:id="rId323"/>
    <p:sldLayoutId id="2147483971" r:id="rId324"/>
    <p:sldLayoutId id="2147483972" r:id="rId325"/>
    <p:sldLayoutId id="2147483973" r:id="rId326"/>
    <p:sldLayoutId id="2147483974" r:id="rId327"/>
    <p:sldLayoutId id="2147483975" r:id="rId328"/>
    <p:sldLayoutId id="2147483976" r:id="rId329"/>
    <p:sldLayoutId id="2147483977" r:id="rId330"/>
    <p:sldLayoutId id="2147483978" r:id="rId331"/>
    <p:sldLayoutId id="2147483979" r:id="rId332"/>
    <p:sldLayoutId id="2147483980" r:id="rId333"/>
    <p:sldLayoutId id="2147483981" r:id="rId334"/>
    <p:sldLayoutId id="2147483982" r:id="rId335"/>
    <p:sldLayoutId id="2147483983" r:id="rId336"/>
    <p:sldLayoutId id="2147483984" r:id="rId337"/>
    <p:sldLayoutId id="2147483985" r:id="rId338"/>
    <p:sldLayoutId id="2147483986" r:id="rId339"/>
    <p:sldLayoutId id="2147483987" r:id="rId340"/>
    <p:sldLayoutId id="2147483988" r:id="rId341"/>
    <p:sldLayoutId id="2147483989" r:id="rId342"/>
    <p:sldLayoutId id="2147483990" r:id="rId343"/>
    <p:sldLayoutId id="2147483991" r:id="rId344"/>
    <p:sldLayoutId id="2147483992" r:id="rId345"/>
    <p:sldLayoutId id="2147483993" r:id="rId346"/>
    <p:sldLayoutId id="2147483994" r:id="rId347"/>
    <p:sldLayoutId id="2147483995" r:id="rId348"/>
    <p:sldLayoutId id="2147483996" r:id="rId349"/>
    <p:sldLayoutId id="2147483997" r:id="rId350"/>
    <p:sldLayoutId id="2147483998" r:id="rId351"/>
    <p:sldLayoutId id="2147483999" r:id="rId352"/>
    <p:sldLayoutId id="2147484000" r:id="rId353"/>
    <p:sldLayoutId id="2147484001" r:id="rId354"/>
    <p:sldLayoutId id="2147484002" r:id="rId355"/>
    <p:sldLayoutId id="2147484003" r:id="rId356"/>
    <p:sldLayoutId id="2147484004" r:id="rId357"/>
    <p:sldLayoutId id="2147484005" r:id="rId358"/>
    <p:sldLayoutId id="2147484006" r:id="rId359"/>
    <p:sldLayoutId id="2147484007" r:id="rId360"/>
    <p:sldLayoutId id="2147484008" r:id="rId361"/>
    <p:sldLayoutId id="2147484009" r:id="rId362"/>
    <p:sldLayoutId id="2147484010" r:id="rId363"/>
    <p:sldLayoutId id="2147484011" r:id="rId364"/>
    <p:sldLayoutId id="2147484012" r:id="rId365"/>
    <p:sldLayoutId id="2147484013" r:id="rId366"/>
    <p:sldLayoutId id="2147484014" r:id="rId367"/>
    <p:sldLayoutId id="2147484015" r:id="rId368"/>
    <p:sldLayoutId id="2147484016" r:id="rId369"/>
    <p:sldLayoutId id="2147484017" r:id="rId370"/>
    <p:sldLayoutId id="2147484018" r:id="rId371"/>
    <p:sldLayoutId id="2147484019" r:id="rId372"/>
    <p:sldLayoutId id="2147484020" r:id="rId373"/>
    <p:sldLayoutId id="2147484021" r:id="rId374"/>
    <p:sldLayoutId id="2147484022" r:id="rId375"/>
    <p:sldLayoutId id="2147484023" r:id="rId376"/>
    <p:sldLayoutId id="2147484024" r:id="rId377"/>
    <p:sldLayoutId id="2147484025" r:id="rId378"/>
    <p:sldLayoutId id="2147484026" r:id="rId379"/>
    <p:sldLayoutId id="2147484027" r:id="rId380"/>
    <p:sldLayoutId id="2147484028" r:id="rId381"/>
    <p:sldLayoutId id="2147484029" r:id="rId382"/>
    <p:sldLayoutId id="2147484030" r:id="rId383"/>
    <p:sldLayoutId id="2147484031" r:id="rId384"/>
    <p:sldLayoutId id="2147484032" r:id="rId385"/>
    <p:sldLayoutId id="2147484033" r:id="rId386"/>
    <p:sldLayoutId id="2147484034" r:id="rId387"/>
    <p:sldLayoutId id="2147484035" r:id="rId388"/>
    <p:sldLayoutId id="2147484036" r:id="rId389"/>
    <p:sldLayoutId id="2147484037" r:id="rId390"/>
    <p:sldLayoutId id="2147484038" r:id="rId391"/>
    <p:sldLayoutId id="2147484039" r:id="rId392"/>
    <p:sldLayoutId id="2147484040" r:id="rId393"/>
    <p:sldLayoutId id="2147484041" r:id="rId394"/>
    <p:sldLayoutId id="2147484042" r:id="rId395"/>
    <p:sldLayoutId id="2147484043" r:id="rId396"/>
    <p:sldLayoutId id="2147484044" r:id="rId397"/>
    <p:sldLayoutId id="2147484045" r:id="rId398"/>
    <p:sldLayoutId id="2147484046" r:id="rId400"/>
    <p:sldLayoutId id="2147484047" r:id="rId401"/>
    <p:sldLayoutId id="2147484048" r:id="rId402"/>
    <p:sldLayoutId id="2147484049" r:id="rId403"/>
    <p:sldLayoutId id="2147484050" r:id="rId404"/>
    <p:sldLayoutId id="2147484051" r:id="rId405"/>
    <p:sldLayoutId id="2147484052" r:id="rId406"/>
    <p:sldLayoutId id="2147484053" r:id="rId407"/>
    <p:sldLayoutId id="2147484054" r:id="rId408"/>
  </p:sldLayoutIdLst>
  <p:hf hdr="0"/>
  <p:txStyles>
    <p:titleStyle>
      <a:lvl1pPr algn="ctr" eaLnBrk="1" rtl="0" defTabSz="914400" latinLnBrk="0" hangingPunct="1">
        <a:spcBef>
          <a:spcPct val="0"/>
        </a:spcBef>
        <a:buNone/>
        <a:defRPr kern="1200" sz="4200">
          <a:solidFill>
            <a:schemeClr val="tx1"/>
          </a:solidFill>
          <a:latin typeface="+mj-lt"/>
          <a:ea typeface="+mj-ea"/>
        </a:defRPr>
      </a:lvl1pPr>
      <a:lvl2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2pPr>
      <a:lvl3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3pPr>
      <a:lvl4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4pPr>
      <a:lvl5pPr algn="ctr" fontAlgn="base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5pPr>
      <a:lvl6pPr algn="ctr" fontAlgn="base" marL="4572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6pPr>
      <a:lvl7pPr algn="ctr" fontAlgn="base" marL="9144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7pPr>
      <a:lvl8pPr algn="ctr" fontAlgn="base" marL="13716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8pPr>
      <a:lvl9pPr algn="ctr" fontAlgn="base" marL="1828800" rtl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 charset="0"/>
          <a:ea typeface="+mj-ea" charset="0"/>
        </a:defRPr>
      </a:lvl9pPr>
    </p:titleStyle>
    <p:bodyStyle>
      <a:lvl1pPr algn="l" indent="-342900" latinLnBrk="0" eaLnBrk="1" rtl="0" defTabSz="914400" marL="342900" hangingPunct="1">
        <a:spcBef>
          <a:spcPct val="20000"/>
        </a:spcBef>
        <a:buFont typeface="Arial" pitchFamily="34" charset="0"/>
        <a:buChar char="•"/>
        <a:defRPr kern="1200" sz="3200">
          <a:solidFill>
            <a:schemeClr val="tx1"/>
          </a:solidFill>
          <a:latin typeface="+mn-lt"/>
          <a:ea typeface="+mn-ea"/>
        </a:defRPr>
      </a:lvl1pPr>
      <a:lvl2pPr algn="l" indent="-285750" latinLnBrk="0" eaLnBrk="1" rtl="0" defTabSz="914400" marL="742950" hangingPunct="1">
        <a:spcBef>
          <a:spcPct val="20000"/>
        </a:spcBef>
        <a:buFont typeface="Arial" pitchFamily="34" charset="0"/>
        <a:buChar char="–"/>
        <a:defRPr kern="1200" sz="2800">
          <a:solidFill>
            <a:schemeClr val="tx1"/>
          </a:solidFill>
          <a:latin typeface="+mn-lt"/>
          <a:ea typeface="+mn-ea"/>
        </a:defRPr>
      </a:lvl2pPr>
      <a:lvl3pPr algn="l" indent="-228600" latinLnBrk="0" eaLnBrk="1" rtl="0" defTabSz="914400" marL="1143000" hangingPunct="1">
        <a:spcBef>
          <a:spcPct val="20000"/>
        </a:spcBef>
        <a:buFont typeface="Arial" pitchFamily="34" charset="0"/>
        <a:buChar char="•"/>
        <a:defRPr kern="1200" sz="2400">
          <a:solidFill>
            <a:schemeClr val="tx1"/>
          </a:solidFill>
          <a:latin typeface="+mn-lt"/>
          <a:ea typeface="+mn-ea"/>
        </a:defRPr>
      </a:lvl3pPr>
      <a:lvl4pPr algn="l" indent="-228600" latinLnBrk="0" eaLnBrk="1" rtl="0" defTabSz="914400" marL="1600200" hangingPunct="1">
        <a:spcBef>
          <a:spcPct val="20000"/>
        </a:spcBef>
        <a:buFont typeface="Arial" pitchFamily="34" charset="0"/>
        <a:buChar char="–"/>
        <a:defRPr kern="1200" sz="2000">
          <a:solidFill>
            <a:schemeClr val="tx1"/>
          </a:solidFill>
          <a:latin typeface="+mn-lt"/>
          <a:ea typeface="+mn-ea"/>
        </a:defRPr>
      </a:lvl4pPr>
      <a:lvl5pPr algn="l" indent="-228600" latinLnBrk="0" eaLnBrk="1" rtl="0" defTabSz="914400" marL="2057400" hangingPunct="1">
        <a:spcBef>
          <a:spcPct val="20000"/>
        </a:spcBef>
        <a:buFont typeface="Arial" pitchFamily="34" charset="0"/>
        <a:buChar char="»"/>
        <a:defRPr kern="1200" sz="2000">
          <a:solidFill>
            <a:schemeClr val="tx1"/>
          </a:solidFill>
          <a:latin typeface="+mn-lt"/>
          <a:ea typeface="+mn-ea"/>
        </a:defRPr>
      </a:lvl5pPr>
      <a:lvl6pPr algn="l" indent="-228600" latinLnBrk="0" eaLnBrk="1" rtl="0" defTabSz="914400" marL="25146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6pPr>
      <a:lvl7pPr algn="l" indent="-228600" latinLnBrk="0" eaLnBrk="1" rtl="0" defTabSz="914400" marL="29718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7pPr>
      <a:lvl8pPr algn="l" indent="-228600" latinLnBrk="0" eaLnBrk="1" rtl="0" defTabSz="914400" marL="34290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8pPr>
      <a:lvl9pPr algn="l" indent="-228600" latinLnBrk="0" eaLnBrk="1" rtl="0" defTabSz="914400" marL="3886200" hangingPunct="1">
        <a:spcBef>
          <a:spcPct val="20000"/>
        </a:spcBef>
        <a:buFont typeface="Arial" pitchFamily="34" charset="0"/>
        <a:buChar char="•"/>
        <a:defRPr kern="1200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algn="l" latinLnBrk="0" eaLnBrk="1" rtl="0" defTabSz="914400" marL="0" hangingPunct="1">
        <a:defRPr kern="1200" sz="1800">
          <a:solidFill>
            <a:schemeClr val="tx1"/>
          </a:solidFill>
          <a:latin typeface="+mn-lt"/>
          <a:ea typeface="+mn-ea"/>
        </a:defRPr>
      </a:lvl1pPr>
      <a:lvl2pPr algn="l" latinLnBrk="0" eaLnBrk="1" rtl="0" defTabSz="914400" marL="457200" hangingPunct="1">
        <a:defRPr kern="1200" sz="1800">
          <a:solidFill>
            <a:schemeClr val="tx1"/>
          </a:solidFill>
          <a:latin typeface="+mn-lt"/>
          <a:ea typeface="+mn-ea"/>
        </a:defRPr>
      </a:lvl2pPr>
      <a:lvl3pPr algn="l" latinLnBrk="0" eaLnBrk="1" rtl="0" defTabSz="914400" marL="914400" hangingPunct="1">
        <a:defRPr kern="1200" sz="1800">
          <a:solidFill>
            <a:schemeClr val="tx1"/>
          </a:solidFill>
          <a:latin typeface="+mn-lt"/>
          <a:ea typeface="+mn-ea"/>
        </a:defRPr>
      </a:lvl3pPr>
      <a:lvl4pPr algn="l" latinLnBrk="0" eaLnBrk="1" rtl="0" defTabSz="914400" marL="1371600" hangingPunct="1">
        <a:defRPr kern="1200" sz="1800">
          <a:solidFill>
            <a:schemeClr val="tx1"/>
          </a:solidFill>
          <a:latin typeface="+mn-lt"/>
          <a:ea typeface="+mn-ea"/>
        </a:defRPr>
      </a:lvl4pPr>
      <a:lvl5pPr algn="l" latinLnBrk="0" eaLnBrk="1" rtl="0" defTabSz="914400" marL="1828800" hangingPunct="1">
        <a:defRPr kern="1200" sz="1800">
          <a:solidFill>
            <a:schemeClr val="tx1"/>
          </a:solidFill>
          <a:latin typeface="+mn-lt"/>
          <a:ea typeface="+mn-ea"/>
        </a:defRPr>
      </a:lvl5pPr>
      <a:lvl6pPr algn="l" latinLnBrk="0" eaLnBrk="1" rtl="0" defTabSz="914400" marL="2286000" hangingPunct="1">
        <a:defRPr kern="1200" sz="1800">
          <a:solidFill>
            <a:schemeClr val="tx1"/>
          </a:solidFill>
          <a:latin typeface="+mn-lt"/>
          <a:ea typeface="+mn-ea"/>
        </a:defRPr>
      </a:lvl6pPr>
      <a:lvl7pPr algn="l" latinLnBrk="0" eaLnBrk="1" rtl="0" defTabSz="914400" marL="2743200" hangingPunct="1">
        <a:defRPr kern="1200" sz="1800">
          <a:solidFill>
            <a:schemeClr val="tx1"/>
          </a:solidFill>
          <a:latin typeface="+mn-lt"/>
          <a:ea typeface="+mn-ea"/>
        </a:defRPr>
      </a:lvl7pPr>
      <a:lvl8pPr algn="l" latinLnBrk="0" eaLnBrk="1" rtl="0" defTabSz="914400" marL="3200400" hangingPunct="1">
        <a:defRPr kern="1200" sz="1800">
          <a:solidFill>
            <a:schemeClr val="tx1"/>
          </a:solidFill>
          <a:latin typeface="+mn-lt"/>
          <a:ea typeface="+mn-ea"/>
        </a:defRPr>
      </a:lvl8pPr>
      <a:lvl9pPr algn="l" latinLnBrk="0" eaLnBrk="1" rtl="0" defTabSz="914400" marL="3657600" hangingPunct="1">
        <a:defRPr kern="1200" sz="1800">
          <a:solidFill>
            <a:schemeClr val="tx1"/>
          </a:solidFill>
          <a:latin typeface="+mn-lt"/>
          <a:ea typeface="+mn-ea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.xml"/>
</Relationships>

</file>

<file path=ppt/slides/_rels/slide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.xml"/>
</Relationships>

</file>

<file path=ppt/slides/_rels/slide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.xml"/>
</Relationships>

</file>

<file path=ppt/slides/_rels/slide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.xml"/>
</Relationships>

</file>

<file path=ppt/slides/_rels/slide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.xml"/>
</Relationships>

</file>

<file path=ppt/slides/_rels/slide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.xml"/>
   <Relationship Id="rId2" Type="http://schemas.openxmlformats.org/officeDocument/2006/relationships/image" Target="../media/BoxPlot86.png"/>
</Relationships>

</file>

<file path=ppt/slides/_rels/slide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.xml"/>
   <Relationship Id="rId2" Type="http://schemas.openxmlformats.org/officeDocument/2006/relationships/image" Target="../media/BoxPlot87.png"/>
</Relationships>

</file>

<file path=ppt/slides/_rels/slide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.xml"/>
</Relationships>

</file>

<file path=ppt/slides/_rels/slide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.xml"/>
</Relationships>

</file>

<file path=ppt/slides/_rels/slide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.xml"/>
</Relationships>

</file>

<file path=ppt/slides/_rels/slide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.xml"/>
</Relationships>

</file>

<file path=ppt/slides/_rels/slide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.xml"/>
</Relationships>

</file>

<file path=ppt/slides/_rels/slide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.xml"/>
</Relationships>

</file>

<file path=ppt/slides/_rels/slide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.xml"/>
</Relationships>

</file>

<file path=ppt/slides/_rels/slide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.xml"/>
</Relationships>

</file>

<file path=ppt/slides/_rels/slide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.xml"/>
   <Relationship Id="rId2" Type="http://schemas.openxmlformats.org/officeDocument/2006/relationships/image" Target="../media/BoxPlot88.png"/>
</Relationships>

</file>

<file path=ppt/slides/_rels/slide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.xml"/>
   <Relationship Id="rId2" Type="http://schemas.openxmlformats.org/officeDocument/2006/relationships/image" Target="../media/BoxPlot89.png"/>
</Relationships>

</file>

<file path=ppt/slides/_rels/slide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.xml"/>
</Relationships>

</file>

<file path=ppt/slides/_rels/slide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.xml"/>
</Relationships>

</file>

<file path=ppt/slides/_rels/slide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.xml"/>
</Relationships>

</file>

<file path=ppt/slides/_rels/slide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.xml"/>
</Relationships>

</file>

<file path=ppt/slides/_rels/slide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.xml"/>
</Relationships>

</file>

<file path=ppt/slides/_rels/slide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.xml"/>
</Relationships>

</file>

<file path=ppt/slides/_rels/slide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.xml"/>
</Relationships>

</file>

<file path=ppt/slides/_rels/slide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.xml"/>
</Relationships>

</file>

<file path=ppt/slides/_rels/slide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.xml"/>
   <Relationship Id="rId2" Type="http://schemas.openxmlformats.org/officeDocument/2006/relationships/image" Target="../media/BoxPlot90.png"/>
</Relationships>

</file>

<file path=ppt/slides/_rels/slide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.xml"/>
   <Relationship Id="rId2" Type="http://schemas.openxmlformats.org/officeDocument/2006/relationships/image" Target="../media/BoxPlot91.png"/>
</Relationships>

</file>

<file path=ppt/slides/_rels/slide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.xml"/>
</Relationships>

</file>

<file path=ppt/slides/_rels/slide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.xml"/>
</Relationships>

</file>

<file path=ppt/slides/_rels/slide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.xml"/>
</Relationships>

</file>

<file path=ppt/slides/_rels/slide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.xml"/>
</Relationships>

</file>

<file path=ppt/slides/_rels/slide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.xml"/>
</Relationships>

</file>

<file path=ppt/slides/_rels/slide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.xml"/>
</Relationships>

</file>

<file path=ppt/slides/_rels/slide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.xml"/>
</Relationships>

</file>

<file path=ppt/slides/_rels/slide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.xml"/>
</Relationships>

</file>

<file path=ppt/slides/_rels/slide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.xml"/>
   <Relationship Id="rId2" Type="http://schemas.openxmlformats.org/officeDocument/2006/relationships/image" Target="../media/BoxPlot92.png"/>
</Relationships>

</file>

<file path=ppt/slides/_rels/slide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.xml"/>
   <Relationship Id="rId2" Type="http://schemas.openxmlformats.org/officeDocument/2006/relationships/image" Target="../media/BoxPlot93.png"/>
</Relationships>

</file>

<file path=ppt/slides/_rels/slide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.xml"/>
</Relationships>

</file>

<file path=ppt/slides/_rels/slide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.xml"/>
</Relationships>

</file>

<file path=ppt/slides/_rels/slide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0.xml"/>
</Relationships>

</file>

<file path=ppt/slides/_rels/slide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1.xml"/>
</Relationships>

</file>

<file path=ppt/slides/_rels/slide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2.xml"/>
</Relationships>

</file>

<file path=ppt/slides/_rels/slide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3.xml"/>
</Relationships>

</file>

<file path=ppt/slides/_rels/slide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4.xml"/>
</Relationships>

</file>

<file path=ppt/slides/_rels/slide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5.xml"/>
</Relationships>

</file>

<file path=ppt/slides/_rels/slide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6.xml"/>
</Relationships>

</file>

<file path=ppt/slides/_rels/slide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7.xml"/>
</Relationships>

</file>

<file path=ppt/slides/_rels/slide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8.xml"/>
</Relationships>

</file>

<file path=ppt/slides/_rels/slide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49.xml"/>
</Relationships>

</file>

<file path=ppt/slides/_rels/slide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0.xml"/>
</Relationships>

</file>

<file path=ppt/slides/_rels/slide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1.xml"/>
</Relationships>

</file>

<file path=ppt/slides/_rels/slide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2.xml"/>
</Relationships>

</file>

<file path=ppt/slides/_rels/slide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3.xml"/>
</Relationships>

</file>

<file path=ppt/slides/_rels/slide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4.xml"/>
</Relationships>

</file>

<file path=ppt/slides/_rels/slide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5.xml"/>
   <Relationship Id="rId2" Type="http://schemas.openxmlformats.org/officeDocument/2006/relationships/image" Target="../media/SummaryPanel7.png"/>
</Relationships>

</file>

<file path=ppt/slides/_rels/slide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6.xml"/>
   <Relationship Id="rId2" Type="http://schemas.openxmlformats.org/officeDocument/2006/relationships/image" Target="../media/QQPlot7.png"/>
</Relationships>

</file>

<file path=ppt/slides/_rels/slide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7.xml"/>
</Relationships>

</file>

<file path=ppt/slides/_rels/slide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8.xml"/>
</Relationships>

</file>

<file path=ppt/slides/_rels/slide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59.xml"/>
</Relationships>

</file>

<file path=ppt/slides/_rels/slide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0.xml"/>
</Relationships>

</file>

<file path=ppt/slides/_rels/slide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1.xml"/>
</Relationships>

</file>

<file path=ppt/slides/_rels/slide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2.xml"/>
</Relationships>

</file>

<file path=ppt/slides/_rels/slide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3.xml"/>
</Relationships>

</file>

<file path=ppt/slides/_rels/slide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4.xml"/>
</Relationships>

</file>

<file path=ppt/slides/_rels/slide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5.xml"/>
</Relationships>

</file>

<file path=ppt/slides/_rels/slide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6.xml"/>
</Relationships>

</file>

<file path=ppt/slides/_rels/slide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7.xml"/>
</Relationships>

</file>

<file path=ppt/slides/_rels/slide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8.xml"/>
</Relationships>

</file>

<file path=ppt/slides/_rels/slide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69.xml"/>
</Relationships>

</file>

<file path=ppt/slides/_rels/slide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0.xml"/>
</Relationships>

</file>

<file path=ppt/slides/_rels/slide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1.xml"/>
</Relationships>

</file>

<file path=ppt/slides/_rels/slide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2.xml"/>
</Relationships>

</file>

<file path=ppt/slides/_rels/slide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3.xml"/>
</Relationships>

</file>

<file path=ppt/slides/_rels/slide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4.xml"/>
</Relationships>

</file>

<file path=ppt/slides/_rels/slide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5.xml"/>
</Relationships>

</file>

<file path=ppt/slides/_rels/slide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6.xml"/>
   <Relationship Id="rId2" Type="http://schemas.openxmlformats.org/officeDocument/2006/relationships/image" Target="../media/ROCCurve18.png"/>
</Relationships>

</file>

<file path=ppt/slides/_rels/slide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7.xml"/>
</Relationships>

</file>

<file path=ppt/slides/_rels/slide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8.xml"/>
</Relationships>

</file>

<file path=ppt/slides/_rels/slide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79.xml"/>
</Relationships>

</file>

<file path=ppt/slides/_rels/slide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0.xml"/>
</Relationships>

</file>

<file path=ppt/slides/_rels/slide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1.xml"/>
</Relationships>

</file>

<file path=ppt/slides/_rels/slide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2.xml"/>
</Relationships>

</file>

<file path=ppt/slides/_rels/slide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3.xml"/>
</Relationships>

</file>

<file path=ppt/slides/_rels/slide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4.xml"/>
</Relationships>

</file>

<file path=ppt/slides/_rels/slide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5.xml"/>
</Relationships>

</file>

<file path=ppt/slides/_rels/slide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6.xml"/>
</Relationships>

</file>

<file path=ppt/slides/_rels/slide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7.xml"/>
</Relationships>

</file>

<file path=ppt/slides/_rels/slide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8.xml"/>
</Relationships>

</file>

<file path=ppt/slides/_rels/slide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89.xml"/>
</Relationships>

</file>

<file path=ppt/slides/_rels/slide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0.xml"/>
</Relationships>

</file>

<file path=ppt/slides/_rels/slide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1.xml"/>
</Relationships>

</file>

<file path=ppt/slides/_rels/slide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2.xml"/>
</Relationships>

</file>

<file path=ppt/slides/_rels/slide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3.xml"/>
</Relationships>

</file>

<file path=ppt/slides/_rels/slide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4.xml"/>
</Relationships>

</file>

<file path=ppt/slides/_rels/slide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5.xml"/>
</Relationships>

</file>

<file path=ppt/slides/_rels/slide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6.xml"/>
</Relationships>

</file>

<file path=ppt/slides/_rels/slide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7.xml"/>
</Relationships>

</file>

<file path=ppt/slides/_rels/slide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8.xml"/>
</Relationships>

</file>

<file path=ppt/slides/_rels/slide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99.xml"/>
</Relationships>

</file>

<file path=ppt/slides/_rels/slide1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0.xml"/>
</Relationships>

</file>

<file path=ppt/slides/_rels/slide1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1.xml"/>
</Relationships>

</file>

<file path=ppt/slides/_rels/slide1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2.xml"/>
</Relationships>

</file>

<file path=ppt/slides/_rels/slide1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3.xml"/>
</Relationships>

</file>

<file path=ppt/slides/_rels/slide1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4.xml"/>
</Relationships>

</file>

<file path=ppt/slides/_rels/slide1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5.xml"/>
</Relationships>

</file>

<file path=ppt/slides/_rels/slide1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6.xml"/>
</Relationships>

</file>

<file path=ppt/slides/_rels/slide1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7.xml"/>
</Relationships>

</file>

<file path=ppt/slides/_rels/slide1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8.xml"/>
</Relationships>

</file>

<file path=ppt/slides/_rels/slide1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09.xml"/>
</Relationships>

</file>

<file path=ppt/slides/_rels/slide1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0.xml"/>
</Relationships>

</file>

<file path=ppt/slides/_rels/slide1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1.xml"/>
</Relationships>

</file>

<file path=ppt/slides/_rels/slide1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2.xml"/>
</Relationships>

</file>

<file path=ppt/slides/_rels/slide1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3.xml"/>
</Relationships>

</file>

<file path=ppt/slides/_rels/slide1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4.xml"/>
</Relationships>

</file>

<file path=ppt/slides/_rels/slide1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5.xml"/>
</Relationships>

</file>

<file path=ppt/slides/_rels/slide1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6.xml"/>
</Relationships>

</file>

<file path=ppt/slides/_rels/slide1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7.xml"/>
</Relationships>

</file>

<file path=ppt/slides/_rels/slide1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8.xml"/>
</Relationships>

</file>

<file path=ppt/slides/_rels/slide1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19.xml"/>
</Relationships>

</file>

<file path=ppt/slides/_rels/slide1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0.xml"/>
</Relationships>

</file>

<file path=ppt/slides/_rels/slide1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1.xml"/>
</Relationships>

</file>

<file path=ppt/slides/_rels/slide1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2.xml"/>
</Relationships>

</file>

<file path=ppt/slides/_rels/slide1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3.xml"/>
</Relationships>

</file>

<file path=ppt/slides/_rels/slide1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4.xml"/>
</Relationships>

</file>

<file path=ppt/slides/_rels/slide1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5.xml"/>
</Relationships>

</file>

<file path=ppt/slides/_rels/slide1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6.xml"/>
</Relationships>

</file>

<file path=ppt/slides/_rels/slide1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7.xml"/>
</Relationships>

</file>

<file path=ppt/slides/_rels/slide1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8.xml"/>
</Relationships>

</file>

<file path=ppt/slides/_rels/slide1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29.xml"/>
</Relationships>

</file>

<file path=ppt/slides/_rels/slide1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0.xml"/>
</Relationships>

</file>

<file path=ppt/slides/_rels/slide1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1.xml"/>
</Relationships>

</file>

<file path=ppt/slides/_rels/slide1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2.xml"/>
</Relationships>

</file>

<file path=ppt/slides/_rels/slide1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3.xml"/>
</Relationships>

</file>

<file path=ppt/slides/_rels/slide1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4.xml"/>
</Relationships>

</file>

<file path=ppt/slides/_rels/slide1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5.xml"/>
</Relationships>

</file>

<file path=ppt/slides/_rels/slide1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6.xml"/>
</Relationships>

</file>

<file path=ppt/slides/_rels/slide1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7.xml"/>
</Relationships>

</file>

<file path=ppt/slides/_rels/slide1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8.xml"/>
</Relationships>

</file>

<file path=ppt/slides/_rels/slide1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39.xml"/>
</Relationships>

</file>

<file path=ppt/slides/_rels/slide1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0.xml"/>
</Relationships>

</file>

<file path=ppt/slides/_rels/slide1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1.xml"/>
</Relationships>

</file>

<file path=ppt/slides/_rels/slide1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2.xml"/>
</Relationships>

</file>

<file path=ppt/slides/_rels/slide1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3.xml"/>
</Relationships>

</file>

<file path=ppt/slides/_rels/slide1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4.xml"/>
</Relationships>

</file>

<file path=ppt/slides/_rels/slide1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5.xml"/>
</Relationships>

</file>

<file path=ppt/slides/_rels/slide1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6.xml"/>
</Relationships>

</file>

<file path=ppt/slides/_rels/slide1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7.xml"/>
</Relationships>

</file>

<file path=ppt/slides/_rels/slide1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8.xml"/>
</Relationships>

</file>

<file path=ppt/slides/_rels/slide1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49.xml"/>
</Relationships>

</file>

<file path=ppt/slides/_rels/slide1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0.xml"/>
</Relationships>

</file>

<file path=ppt/slides/_rels/slide1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1.xml"/>
</Relationships>

</file>

<file path=ppt/slides/_rels/slide1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2.xml"/>
</Relationships>

</file>

<file path=ppt/slides/_rels/slide1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3.xml"/>
</Relationships>

</file>

<file path=ppt/slides/_rels/slide1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4.xml"/>
</Relationships>

</file>

<file path=ppt/slides/_rels/slide1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5.xml"/>
</Relationships>

</file>

<file path=ppt/slides/_rels/slide1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6.xml"/>
</Relationships>

</file>

<file path=ppt/slides/_rels/slide1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7.xml"/>
</Relationships>

</file>

<file path=ppt/slides/_rels/slide1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8.xml"/>
</Relationships>

</file>

<file path=ppt/slides/_rels/slide1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59.xml"/>
</Relationships>

</file>

<file path=ppt/slides/_rels/slide1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0.xml"/>
</Relationships>

</file>

<file path=ppt/slides/_rels/slide1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1.xml"/>
</Relationships>

</file>

<file path=ppt/slides/_rels/slide1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2.xml"/>
</Relationships>

</file>

<file path=ppt/slides/_rels/slide1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3.xml"/>
</Relationships>

</file>

<file path=ppt/slides/_rels/slide1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4.xml"/>
</Relationships>

</file>

<file path=ppt/slides/_rels/slide1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5.xml"/>
</Relationships>

</file>

<file path=ppt/slides/_rels/slide1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6.xml"/>
</Relationships>

</file>

<file path=ppt/slides/_rels/slide1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7.xml"/>
</Relationships>

</file>

<file path=ppt/slides/_rels/slide1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8.xml"/>
</Relationships>

</file>

<file path=ppt/slides/_rels/slide1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69.xml"/>
</Relationships>

</file>

<file path=ppt/slides/_rels/slide1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0.xml"/>
</Relationships>

</file>

<file path=ppt/slides/_rels/slide1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1.xml"/>
</Relationships>

</file>

<file path=ppt/slides/_rels/slide1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2.xml"/>
</Relationships>

</file>

<file path=ppt/slides/_rels/slide1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3.xml"/>
</Relationships>

</file>

<file path=ppt/slides/_rels/slide1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4.xml"/>
</Relationships>

</file>

<file path=ppt/slides/_rels/slide1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5.xml"/>
</Relationships>

</file>

<file path=ppt/slides/_rels/slide1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6.xml"/>
</Relationships>

</file>

<file path=ppt/slides/_rels/slide1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7.xml"/>
</Relationships>

</file>

<file path=ppt/slides/_rels/slide1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8.xml"/>
</Relationships>

</file>

<file path=ppt/slides/_rels/slide1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79.xml"/>
</Relationships>

</file>

<file path=ppt/slides/_rels/slide1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0.xml"/>
</Relationships>

</file>

<file path=ppt/slides/_rels/slide1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1.xml"/>
</Relationships>

</file>

<file path=ppt/slides/_rels/slide1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2.xml"/>
</Relationships>

</file>

<file path=ppt/slides/_rels/slide1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3.xml"/>
</Relationships>

</file>

<file path=ppt/slides/_rels/slide1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4.xml"/>
</Relationships>

</file>

<file path=ppt/slides/_rels/slide1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5.xml"/>
</Relationships>

</file>

<file path=ppt/slides/_rels/slide1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6.xml"/>
</Relationships>

</file>

<file path=ppt/slides/_rels/slide1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7.xml"/>
</Relationships>

</file>

<file path=ppt/slides/_rels/slide1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8.xml"/>
</Relationships>

</file>

<file path=ppt/slides/_rels/slide1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89.xml"/>
</Relationships>

</file>

<file path=ppt/slides/_rels/slide1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0.xml"/>
</Relationships>

</file>

<file path=ppt/slides/_rels/slide1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1.xml"/>
</Relationships>

</file>

<file path=ppt/slides/_rels/slide1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2.xml"/>
</Relationships>

</file>

<file path=ppt/slides/_rels/slide1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3.xml"/>
</Relationships>

</file>

<file path=ppt/slides/_rels/slide1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4.xml"/>
</Relationships>

</file>

<file path=ppt/slides/_rels/slide1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5.xml"/>
</Relationships>

</file>

<file path=ppt/slides/_rels/slide1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6.xml"/>
</Relationships>

</file>

<file path=ppt/slides/_rels/slide1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7.xml"/>
</Relationships>

</file>

<file path=ppt/slides/_rels/slide1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8.xml"/>
</Relationships>

</file>

<file path=ppt/slides/_rels/slide1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199.xml"/>
</Relationships>

</file>

<file path=ppt/slides/_rels/slide2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0.xml"/>
</Relationships>

</file>

<file path=ppt/slides/_rels/slide2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1.xml"/>
</Relationships>

</file>

<file path=ppt/slides/_rels/slide2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2.xml"/>
</Relationships>

</file>

<file path=ppt/slides/_rels/slide2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3.xml"/>
</Relationships>

</file>

<file path=ppt/slides/_rels/slide2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4.xml"/>
</Relationships>

</file>

<file path=ppt/slides/_rels/slide2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5.xml"/>
</Relationships>

</file>

<file path=ppt/slides/_rels/slide2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6.xml"/>
</Relationships>

</file>

<file path=ppt/slides/_rels/slide2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7.xml"/>
</Relationships>

</file>

<file path=ppt/slides/_rels/slide2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8.xml"/>
</Relationships>

</file>

<file path=ppt/slides/_rels/slide2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09.xml"/>
</Relationships>

</file>

<file path=ppt/slides/_rels/slide2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0.xml"/>
</Relationships>

</file>

<file path=ppt/slides/_rels/slide2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1.xml"/>
</Relationships>

</file>

<file path=ppt/slides/_rels/slide2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2.xml"/>
</Relationships>

</file>

<file path=ppt/slides/_rels/slide2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3.xml"/>
</Relationships>

</file>

<file path=ppt/slides/_rels/slide2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4.xml"/>
</Relationships>

</file>

<file path=ppt/slides/_rels/slide2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5.xml"/>
</Relationships>

</file>

<file path=ppt/slides/_rels/slide2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6.xml"/>
</Relationships>

</file>

<file path=ppt/slides/_rels/slide2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7.xml"/>
</Relationships>

</file>

<file path=ppt/slides/_rels/slide2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8.xml"/>
</Relationships>

</file>

<file path=ppt/slides/_rels/slide2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19.xml"/>
</Relationships>

</file>

<file path=ppt/slides/_rels/slide2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0.xml"/>
</Relationships>

</file>

<file path=ppt/slides/_rels/slide2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1.xml"/>
</Relationships>

</file>

<file path=ppt/slides/_rels/slide2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2.xml"/>
</Relationships>

</file>

<file path=ppt/slides/_rels/slide2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3.xml"/>
</Relationships>

</file>

<file path=ppt/slides/_rels/slide2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4.xml"/>
</Relationships>

</file>

<file path=ppt/slides/_rels/slide2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5.xml"/>
</Relationships>

</file>

<file path=ppt/slides/_rels/slide2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6.xml"/>
</Relationships>

</file>

<file path=ppt/slides/_rels/slide2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7.xml"/>
</Relationships>

</file>

<file path=ppt/slides/_rels/slide2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8.xml"/>
</Relationships>

</file>

<file path=ppt/slides/_rels/slide2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29.xml"/>
</Relationships>

</file>

<file path=ppt/slides/_rels/slide2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0.xml"/>
</Relationships>

</file>

<file path=ppt/slides/_rels/slide2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1.xml"/>
</Relationships>

</file>

<file path=ppt/slides/_rels/slide2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2.xml"/>
</Relationships>

</file>

<file path=ppt/slides/_rels/slide2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3.xml"/>
</Relationships>

</file>

<file path=ppt/slides/_rels/slide2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4.xml"/>
</Relationships>

</file>

<file path=ppt/slides/_rels/slide2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5.xml"/>
</Relationships>

</file>

<file path=ppt/slides/_rels/slide2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6.xml"/>
</Relationships>

</file>

<file path=ppt/slides/_rels/slide2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7.xml"/>
</Relationships>

</file>

<file path=ppt/slides/_rels/slide2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8.xml"/>
</Relationships>

</file>

<file path=ppt/slides/_rels/slide2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39.xml"/>
</Relationships>

</file>

<file path=ppt/slides/_rels/slide2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0.xml"/>
</Relationships>

</file>

<file path=ppt/slides/_rels/slide2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1.xml"/>
</Relationships>

</file>

<file path=ppt/slides/_rels/slide2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2.xml"/>
</Relationships>

</file>

<file path=ppt/slides/_rels/slide2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3.xml"/>
</Relationships>

</file>

<file path=ppt/slides/_rels/slide2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4.xml"/>
</Relationships>

</file>

<file path=ppt/slides/_rels/slide2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5.xml"/>
</Relationships>

</file>

<file path=ppt/slides/_rels/slide2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6.xml"/>
</Relationships>

</file>

<file path=ppt/slides/_rels/slide2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7.xml"/>
</Relationships>

</file>

<file path=ppt/slides/_rels/slide2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8.xml"/>
</Relationships>

</file>

<file path=ppt/slides/_rels/slide2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49.xml"/>
</Relationships>

</file>

<file path=ppt/slides/_rels/slide2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0.xml"/>
</Relationships>

</file>

<file path=ppt/slides/_rels/slide2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1.xml"/>
</Relationships>

</file>

<file path=ppt/slides/_rels/slide2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2.xml"/>
</Relationships>

</file>

<file path=ppt/slides/_rels/slide2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3.xml"/>
</Relationships>

</file>

<file path=ppt/slides/_rels/slide2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4.xml"/>
</Relationships>

</file>

<file path=ppt/slides/_rels/slide2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5.xml"/>
</Relationships>

</file>

<file path=ppt/slides/_rels/slide2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6.xml"/>
</Relationships>

</file>

<file path=ppt/slides/_rels/slide2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7.xml"/>
</Relationships>

</file>

<file path=ppt/slides/_rels/slide2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8.xml"/>
</Relationships>

</file>

<file path=ppt/slides/_rels/slide2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59.xml"/>
</Relationships>

</file>

<file path=ppt/slides/_rels/slide2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0.xml"/>
</Relationships>

</file>

<file path=ppt/slides/_rels/slide2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1.xml"/>
</Relationships>

</file>

<file path=ppt/slides/_rels/slide2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2.xml"/>
</Relationships>

</file>

<file path=ppt/slides/_rels/slide2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3.xml"/>
</Relationships>

</file>

<file path=ppt/slides/_rels/slide2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4.xml"/>
</Relationships>

</file>

<file path=ppt/slides/_rels/slide2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5.xml"/>
</Relationships>

</file>

<file path=ppt/slides/_rels/slide2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6.xml"/>
</Relationships>

</file>

<file path=ppt/slides/_rels/slide2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7.xml"/>
</Relationships>

</file>

<file path=ppt/slides/_rels/slide2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8.xml"/>
</Relationships>

</file>

<file path=ppt/slides/_rels/slide2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69.xml"/>
</Relationships>

</file>

<file path=ppt/slides/_rels/slide2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0.xml"/>
</Relationships>

</file>

<file path=ppt/slides/_rels/slide2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1.xml"/>
</Relationships>

</file>

<file path=ppt/slides/_rels/slide2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2.xml"/>
</Relationships>

</file>

<file path=ppt/slides/_rels/slide2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3.xml"/>
</Relationships>

</file>

<file path=ppt/slides/_rels/slide2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4.xml"/>
</Relationships>

</file>

<file path=ppt/slides/_rels/slide2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5.xml"/>
</Relationships>

</file>

<file path=ppt/slides/_rels/slide2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6.xml"/>
</Relationships>

</file>

<file path=ppt/slides/_rels/slide2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7.xml"/>
</Relationships>

</file>

<file path=ppt/slides/_rels/slide2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8.xml"/>
</Relationships>

</file>

<file path=ppt/slides/_rels/slide2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79.xml"/>
</Relationships>

</file>

<file path=ppt/slides/_rels/slide2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0.xml"/>
</Relationships>

</file>

<file path=ppt/slides/_rels/slide2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1.xml"/>
</Relationships>

</file>

<file path=ppt/slides/_rels/slide2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2.xml"/>
</Relationships>

</file>

<file path=ppt/slides/_rels/slide2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3.xml"/>
</Relationships>

</file>

<file path=ppt/slides/_rels/slide2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4.xml"/>
</Relationships>

</file>

<file path=ppt/slides/_rels/slide2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5.xml"/>
</Relationships>

</file>

<file path=ppt/slides/_rels/slide2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6.xml"/>
</Relationships>

</file>

<file path=ppt/slides/_rels/slide2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7.xml"/>
</Relationships>

</file>

<file path=ppt/slides/_rels/slide2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8.xml"/>
</Relationships>

</file>

<file path=ppt/slides/_rels/slide2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89.xml"/>
</Relationships>

</file>

<file path=ppt/slides/_rels/slide2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0.xml"/>
</Relationships>

</file>

<file path=ppt/slides/_rels/slide2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1.xml"/>
</Relationships>

</file>

<file path=ppt/slides/_rels/slide2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2.xml"/>
</Relationships>

</file>

<file path=ppt/slides/_rels/slide2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3.xml"/>
</Relationships>

</file>

<file path=ppt/slides/_rels/slide2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4.xml"/>
</Relationships>

</file>

<file path=ppt/slides/_rels/slide2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5.xml"/>
</Relationships>

</file>

<file path=ppt/slides/_rels/slide2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6.xml"/>
</Relationships>

</file>

<file path=ppt/slides/_rels/slide2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7.xml"/>
</Relationships>

</file>

<file path=ppt/slides/_rels/slide2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8.xml"/>
</Relationships>

</file>

<file path=ppt/slides/_rels/slide29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299.xml"/>
</Relationships>

</file>

<file path=ppt/slides/_rels/slide30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0.xml"/>
</Relationships>

</file>

<file path=ppt/slides/_rels/slide30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1.xml"/>
</Relationships>

</file>

<file path=ppt/slides/_rels/slide30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2.xml"/>
</Relationships>

</file>

<file path=ppt/slides/_rels/slide30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3.xml"/>
</Relationships>

</file>

<file path=ppt/slides/_rels/slide30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4.xml"/>
</Relationships>

</file>

<file path=ppt/slides/_rels/slide30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5.xml"/>
</Relationships>

</file>

<file path=ppt/slides/_rels/slide30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6.xml"/>
</Relationships>

</file>

<file path=ppt/slides/_rels/slide30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7.xml"/>
</Relationships>

</file>

<file path=ppt/slides/_rels/slide30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8.xml"/>
</Relationships>

</file>

<file path=ppt/slides/_rels/slide30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09.xml"/>
</Relationships>

</file>

<file path=ppt/slides/_rels/slide31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0.xml"/>
</Relationships>

</file>

<file path=ppt/slides/_rels/slide31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1.xml"/>
</Relationships>

</file>

<file path=ppt/slides/_rels/slide31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2.xml"/>
</Relationships>

</file>

<file path=ppt/slides/_rels/slide31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3.xml"/>
</Relationships>

</file>

<file path=ppt/slides/_rels/slide31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4.xml"/>
</Relationships>

</file>

<file path=ppt/slides/_rels/slide31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5.xml"/>
</Relationships>

</file>

<file path=ppt/slides/_rels/slide31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6.xml"/>
</Relationships>

</file>

<file path=ppt/slides/_rels/slide31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7.xml"/>
</Relationships>

</file>

<file path=ppt/slides/_rels/slide31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8.xml"/>
</Relationships>

</file>

<file path=ppt/slides/_rels/slide31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19.xml"/>
</Relationships>

</file>

<file path=ppt/slides/_rels/slide32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0.xml"/>
</Relationships>

</file>

<file path=ppt/slides/_rels/slide32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1.xml"/>
</Relationships>

</file>

<file path=ppt/slides/_rels/slide32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2.xml"/>
</Relationships>

</file>

<file path=ppt/slides/_rels/slide32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3.xml"/>
</Relationships>

</file>

<file path=ppt/slides/_rels/slide32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4.xml"/>
</Relationships>

</file>

<file path=ppt/slides/_rels/slide32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5.xml"/>
</Relationships>

</file>

<file path=ppt/slides/_rels/slide32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6.xml"/>
</Relationships>

</file>

<file path=ppt/slides/_rels/slide32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7.xml"/>
</Relationships>

</file>

<file path=ppt/slides/_rels/slide32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8.xml"/>
</Relationships>

</file>

<file path=ppt/slides/_rels/slide32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29.xml"/>
</Relationships>

</file>

<file path=ppt/slides/_rels/slide33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0.xml"/>
</Relationships>

</file>

<file path=ppt/slides/_rels/slide33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1.xml"/>
</Relationships>

</file>

<file path=ppt/slides/_rels/slide33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2.xml"/>
</Relationships>

</file>

<file path=ppt/slides/_rels/slide33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3.xml"/>
</Relationships>

</file>

<file path=ppt/slides/_rels/slide33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4.xml"/>
</Relationships>

</file>

<file path=ppt/slides/_rels/slide33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5.xml"/>
</Relationships>

</file>

<file path=ppt/slides/_rels/slide33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6.xml"/>
</Relationships>

</file>

<file path=ppt/slides/_rels/slide33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7.xml"/>
</Relationships>

</file>

<file path=ppt/slides/_rels/slide33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8.xml"/>
</Relationships>

</file>

<file path=ppt/slides/_rels/slide33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39.xml"/>
</Relationships>

</file>

<file path=ppt/slides/_rels/slide34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0.xml"/>
</Relationships>

</file>

<file path=ppt/slides/_rels/slide34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1.xml"/>
</Relationships>

</file>

<file path=ppt/slides/_rels/slide34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2.xml"/>
</Relationships>

</file>

<file path=ppt/slides/_rels/slide34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3.xml"/>
</Relationships>

</file>

<file path=ppt/slides/_rels/slide34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4.xml"/>
</Relationships>

</file>

<file path=ppt/slides/_rels/slide34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5.xml"/>
</Relationships>

</file>

<file path=ppt/slides/_rels/slide34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6.xml"/>
</Relationships>

</file>

<file path=ppt/slides/_rels/slide34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7.xml"/>
</Relationships>

</file>

<file path=ppt/slides/_rels/slide34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8.xml"/>
</Relationships>

</file>

<file path=ppt/slides/_rels/slide34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49.xml"/>
</Relationships>

</file>

<file path=ppt/slides/_rels/slide35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0.xml"/>
</Relationships>

</file>

<file path=ppt/slides/_rels/slide35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1.xml"/>
</Relationships>

</file>

<file path=ppt/slides/_rels/slide35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2.xml"/>
</Relationships>

</file>

<file path=ppt/slides/_rels/slide35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3.xml"/>
</Relationships>

</file>

<file path=ppt/slides/_rels/slide35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4.xml"/>
</Relationships>

</file>

<file path=ppt/slides/_rels/slide35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5.xml"/>
</Relationships>

</file>

<file path=ppt/slides/_rels/slide35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6.xml"/>
</Relationships>

</file>

<file path=ppt/slides/_rels/slide35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7.xml"/>
</Relationships>

</file>

<file path=ppt/slides/_rels/slide35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8.xml"/>
</Relationships>

</file>

<file path=ppt/slides/_rels/slide35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59.xml"/>
</Relationships>

</file>

<file path=ppt/slides/_rels/slide36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0.xml"/>
</Relationships>

</file>

<file path=ppt/slides/_rels/slide36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1.xml"/>
</Relationships>

</file>

<file path=ppt/slides/_rels/slide36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2.xml"/>
</Relationships>

</file>

<file path=ppt/slides/_rels/slide36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3.xml"/>
</Relationships>

</file>

<file path=ppt/slides/_rels/slide36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4.xml"/>
</Relationships>

</file>

<file path=ppt/slides/_rels/slide36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5.xml"/>
</Relationships>

</file>

<file path=ppt/slides/_rels/slide36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6.xml"/>
</Relationships>

</file>

<file path=ppt/slides/_rels/slide36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7.xml"/>
</Relationships>

</file>

<file path=ppt/slides/_rels/slide36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8.xml"/>
</Relationships>

</file>

<file path=ppt/slides/_rels/slide36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69.xml"/>
</Relationships>

</file>

<file path=ppt/slides/_rels/slide37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0.xml"/>
</Relationships>

</file>

<file path=ppt/slides/_rels/slide37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1.xml"/>
</Relationships>

</file>

<file path=ppt/slides/_rels/slide37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2.xml"/>
</Relationships>

</file>

<file path=ppt/slides/_rels/slide37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3.xml"/>
</Relationships>

</file>

<file path=ppt/slides/_rels/slide37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4.xml"/>
   <Relationship Id="rId2" Type="http://schemas.openxmlformats.org/officeDocument/2006/relationships/image" Target="../media/BoxPlot94.png"/>
</Relationships>

</file>

<file path=ppt/slides/_rels/slide37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5.xml"/>
   <Relationship Id="rId2" Type="http://schemas.openxmlformats.org/officeDocument/2006/relationships/image" Target="../media/BoxPlot95.png"/>
</Relationships>

</file>

<file path=ppt/slides/_rels/slide37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6.xml"/>
</Relationships>

</file>

<file path=ppt/slides/_rels/slide37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7.xml"/>
</Relationships>

</file>

<file path=ppt/slides/_rels/slide37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8.xml"/>
</Relationships>

</file>

<file path=ppt/slides/_rels/slide37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79.xml"/>
</Relationships>

</file>

<file path=ppt/slides/_rels/slide38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0.xml"/>
</Relationships>

</file>

<file path=ppt/slides/_rels/slide38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1.xml"/>
</Relationships>

</file>

<file path=ppt/slides/_rels/slide38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2.xml"/>
</Relationships>

</file>

<file path=ppt/slides/_rels/slide38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3.xml"/>
</Relationships>

</file>

<file path=ppt/slides/_rels/slide38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4.xml"/>
</Relationships>

</file>

<file path=ppt/slides/_rels/slide38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5.xml"/>
</Relationships>

</file>

<file path=ppt/slides/_rels/slide38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6.xml"/>
</Relationships>

</file>

<file path=ppt/slides/_rels/slide38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7.xml"/>
</Relationships>

</file>

<file path=ppt/slides/_rels/slide38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8.xml"/>
   <Relationship Id="rId2" Type="http://schemas.openxmlformats.org/officeDocument/2006/relationships/image" Target="../media/BoxPlot96.png"/>
</Relationships>

</file>

<file path=ppt/slides/_rels/slide389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89.xml"/>
   <Relationship Id="rId2" Type="http://schemas.openxmlformats.org/officeDocument/2006/relationships/image" Target="../media/BoxPlot97.png"/>
</Relationships>

</file>

<file path=ppt/slides/_rels/slide390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0.xml"/>
</Relationships>

</file>

<file path=ppt/slides/_rels/slide391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1.xml"/>
</Relationships>

</file>

<file path=ppt/slides/_rels/slide392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2.xml"/>
</Relationships>

</file>

<file path=ppt/slides/_rels/slide393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3.xml"/>
   <Relationship Id="rId2" Type="http://schemas.openxmlformats.org/officeDocument/2006/relationships/image" Target="../media/SGPlot87.png"/>
</Relationships>

</file>

<file path=ppt/slides/_rels/slide394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4.xml"/>
   <Relationship Id="rId2" Type="http://schemas.openxmlformats.org/officeDocument/2006/relationships/image" Target="../media/SGPlot88.png"/>
</Relationships>

</file>

<file path=ppt/slides/_rels/slide395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5.xml"/>
   <Relationship Id="rId2" Type="http://schemas.openxmlformats.org/officeDocument/2006/relationships/image" Target="../media/SGPlot89.png"/>
</Relationships>

</file>

<file path=ppt/slides/_rels/slide396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6.xml"/>
</Relationships>

</file>

<file path=ppt/slides/_rels/slide397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7.xml"/>
</Relationships>

</file>

<file path=ppt/slides/_rels/slide398.xml.rels><?xml version="1.0" encoding="UTF-8" standalone="yes"?>
<Relationships xmlns="http://schemas.openxmlformats.org/package/2006/relationships">
   <Relationship Id="rId1" Type="http://schemas.openxmlformats.org/officeDocument/2006/relationships/slideLayout" Target="../slideLayouts/slideLayout398.xml"/>
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" name="Table 1"/>
          <p:cNvGraphicFramePr>
            <a:graphicFrameLocks noGrp="1"/>
          </p:cNvGraphicFramePr>
          <p:nvPr>
            <p:ph type="tbl" idx="2"/>
          </p:nvPr>
        </p:nvGraphicFramePr>
        <p:xfrm>
          <a:off x="1408430" y="1930400"/>
          <a:ext cy="1143000" cx="632650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98500"/>
                <a:gridCol w="698500"/>
                <a:gridCol w="49295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 Normal 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0" name="Table 2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" name="Table 3"/>
          <p:cNvGraphicFramePr>
            <a:graphicFrameLocks noGrp="1"/>
          </p:cNvGraphicFramePr>
          <p:nvPr>
            <p:ph type="tbl" idx="2"/>
          </p:nvPr>
        </p:nvGraphicFramePr>
        <p:xfrm>
          <a:off x="1137920" y="2438400"/>
          <a:ext cy="1524000" cx="68681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388745"/>
                <a:gridCol w="68389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759.76310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379.88155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66606.45665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45.12633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67366.21976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6" name="Table 4"/>
          <p:cNvGraphicFramePr>
            <a:graphicFrameLocks noGrp="1"/>
          </p:cNvGraphicFramePr>
          <p:nvPr>
            <p:ph type="tbl" idx="2"/>
          </p:nvPr>
        </p:nvGraphicFramePr>
        <p:xfrm>
          <a:off x="1969770" y="2438400"/>
          <a:ext cy="762000" cx="52038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12.66311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6.717613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53.04867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3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4" name="Table 5"/>
          <p:cNvGraphicFramePr>
            <a:graphicFrameLocks noGrp="1"/>
          </p:cNvGraphicFramePr>
          <p:nvPr>
            <p:ph type="tbl" idx="2"/>
          </p:nvPr>
        </p:nvGraphicFramePr>
        <p:xfrm>
          <a:off x="1271905" y="2438400"/>
          <a:ext cy="762000" cx="65995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55955"/>
                <a:gridCol w="952500"/>
                <a:gridCol w="1670685"/>
                <a:gridCol w="1670685"/>
                <a:gridCol w="68389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759.7631029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379.8815515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42" title="“gluc-age”的分布" name="BoxPlot86.png" descr="“gluc-age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4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48" title="“gluc-age”的分布" name="BoxPlot87.png" descr="“gluc-age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4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4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" name="Proc Note 1"/>
          <p:cNvSpPr txBox="1">
            <a:spLocks noGrp="1"/>
          </p:cNvSpPr>
          <p:nvPr/>
        </p:nvSpPr>
        <p:spPr>
          <a:xfrm>
            <a:off y="24384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7" name="Table 6"/>
          <p:cNvGraphicFramePr>
            <a:graphicFrameLocks noGrp="1"/>
          </p:cNvGraphicFramePr>
          <p:nvPr>
            <p:ph type="tbl" idx="2"/>
          </p:nvPr>
        </p:nvGraphicFramePr>
        <p:xfrm>
          <a:off x="1849755" y="2882900"/>
          <a:ext cy="1524000" cx="5443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45.12633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6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4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65" name="Table 7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3556000" cx="86271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47085"/>
                <a:gridCol w="1331595"/>
                <a:gridCol w="1407160"/>
                <a:gridCol w="1406525"/>
                <a:gridCol w="113474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2.6429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4.7864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2.8373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4.4596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-2.6429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-4.7864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-0.4993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-1.3407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1.7296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7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73" name="Table 8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2540000" cx="86271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47085"/>
                <a:gridCol w="1331595"/>
                <a:gridCol w="1407160"/>
                <a:gridCol w="1406525"/>
                <a:gridCol w="113474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-2.8373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-4.4596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-1.2150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-0.1945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-1.7296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7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79" name="Table 9"/>
          <p:cNvGraphicFramePr>
            <a:graphicFrameLocks noGrp="1"/>
          </p:cNvGraphicFramePr>
          <p:nvPr>
            <p:ph type="tbl" idx="2"/>
          </p:nvPr>
        </p:nvGraphicFramePr>
        <p:xfrm>
          <a:off x="1049020" y="1930400"/>
          <a:ext cy="1143000" cx="70453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698500"/>
                <a:gridCol w="49295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 Normal 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8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85" name="Table 10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9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93" name="Table 11"/>
          <p:cNvGraphicFramePr>
            <a:graphicFrameLocks noGrp="1"/>
          </p:cNvGraphicFramePr>
          <p:nvPr>
            <p:ph type="tbl" idx="2"/>
          </p:nvPr>
        </p:nvGraphicFramePr>
        <p:xfrm>
          <a:off x="993140" y="2438400"/>
          <a:ext cy="1524000" cx="71577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52971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2033.11182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1016.55591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65333.10794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44.26362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67366.21976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9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01" name="Table 12"/>
          <p:cNvGraphicFramePr>
            <a:graphicFrameLocks noGrp="1"/>
          </p:cNvGraphicFramePr>
          <p:nvPr>
            <p:ph type="tbl" idx="2"/>
          </p:nvPr>
        </p:nvGraphicFramePr>
        <p:xfrm>
          <a:off x="1969770" y="2438400"/>
          <a:ext cy="762000" cx="52038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0.030180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12.54149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6.653091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53.04867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0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8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09" name="Table 13"/>
          <p:cNvGraphicFramePr>
            <a:graphicFrameLocks noGrp="1"/>
          </p:cNvGraphicFramePr>
          <p:nvPr>
            <p:ph type="tbl" idx="2"/>
          </p:nvPr>
        </p:nvGraphicFramePr>
        <p:xfrm>
          <a:off x="817245" y="2438400"/>
          <a:ext cy="762000" cx="75095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952500"/>
                <a:gridCol w="1670685"/>
                <a:gridCol w="167068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2033.111817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1016.555908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22.97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1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6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117" title="“cholesterol-age”的分布" name="BoxPlot88.png" descr="“cholesterol-age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11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2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123" title="“cholesterol-age”的分布" name="BoxPlot89.png" descr="“cholesterol-age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12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2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" name="Proc Note 1"/>
          <p:cNvSpPr txBox="1">
            <a:spLocks noGrp="1"/>
          </p:cNvSpPr>
          <p:nvPr/>
        </p:nvSpPr>
        <p:spPr>
          <a:xfrm>
            <a:off y="24384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32" name="Table 14"/>
          <p:cNvGraphicFramePr>
            <a:graphicFrameLocks noGrp="1"/>
          </p:cNvGraphicFramePr>
          <p:nvPr>
            <p:ph type="tbl" idx="2"/>
          </p:nvPr>
        </p:nvGraphicFramePr>
        <p:xfrm>
          <a:off x="1849755" y="2882900"/>
          <a:ext cy="1524000" cx="5443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44.26362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3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40" name="Table 15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3556000" cx="86271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47085"/>
                <a:gridCol w="1331595"/>
                <a:gridCol w="1407160"/>
                <a:gridCol w="1406525"/>
                <a:gridCol w="113474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2.0967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3.7709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3.6727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2.3238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5.0216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-2.0967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-3.7709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-0.4224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1.5761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2.7664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Age-mean differences cholesterol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4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7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age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48" name="Table 16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2540000" cx="86271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47085"/>
                <a:gridCol w="1331595"/>
                <a:gridCol w="1407160"/>
                <a:gridCol w="1406525"/>
                <a:gridCol w="113474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-3.6727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-5.0216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-2.3238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-1.5761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-2.7664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5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54" name="Table 17"/>
          <p:cNvGraphicFramePr>
            <a:graphicFrameLocks noGrp="1"/>
          </p:cNvGraphicFramePr>
          <p:nvPr>
            <p:ph type="tbl" idx="2"/>
          </p:nvPr>
        </p:nvGraphicFramePr>
        <p:xfrm>
          <a:off x="1049020" y="1930400"/>
          <a:ext cy="1143000" cx="70453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698500"/>
                <a:gridCol w="49295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 Normal 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5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60" name="Table 18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6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6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7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68" name="Table 19"/>
          <p:cNvGraphicFramePr>
            <a:graphicFrameLocks noGrp="1"/>
          </p:cNvGraphicFramePr>
          <p:nvPr>
            <p:ph type="tbl" idx="2"/>
          </p:nvPr>
        </p:nvGraphicFramePr>
        <p:xfrm>
          <a:off x="1063625" y="2438400"/>
          <a:ext cy="1524000" cx="70167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38874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19919.9133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9959.9566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378810.5343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256.6467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398730.4476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7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4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5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76" name="Table 20"/>
          <p:cNvGraphicFramePr>
            <a:graphicFrameLocks noGrp="1"/>
          </p:cNvGraphicFramePr>
          <p:nvPr>
            <p:ph type="tbl" idx="2"/>
          </p:nvPr>
        </p:nvGraphicFramePr>
        <p:xfrm>
          <a:off x="1955165" y="2438400"/>
          <a:ext cy="762000" cx="52336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7762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12.64631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16.02020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2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3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4" name="Table 21"/>
          <p:cNvGraphicFramePr>
            <a:graphicFrameLocks noGrp="1"/>
          </p:cNvGraphicFramePr>
          <p:nvPr>
            <p:ph type="tbl" idx="2"/>
          </p:nvPr>
        </p:nvGraphicFramePr>
        <p:xfrm>
          <a:off x="887730" y="2438400"/>
          <a:ext cy="762000" cx="73685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952500"/>
                <a:gridCol w="1670685"/>
                <a:gridCol w="152971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19919.91330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9959.95665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0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1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192" title="“cholesterol-SBP”的分布" name="BoxPlot90.png" descr="“cholesterol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19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198" title="“cholesterol-SBP”的分布" name="BoxPlot91.png" descr="“cholesterol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19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4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5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6" name="Proc Note 1"/>
          <p:cNvSpPr txBox="1">
            <a:spLocks noGrp="1"/>
          </p:cNvSpPr>
          <p:nvPr/>
        </p:nvSpPr>
        <p:spPr>
          <a:xfrm>
            <a:off y="24384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7" name="Table 22"/>
          <p:cNvGraphicFramePr>
            <a:graphicFrameLocks noGrp="1"/>
          </p:cNvGraphicFramePr>
          <p:nvPr>
            <p:ph type="tbl" idx="2"/>
          </p:nvPr>
        </p:nvGraphicFramePr>
        <p:xfrm>
          <a:off x="1849755" y="2882900"/>
          <a:ext cy="1524000" cx="5443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256.6467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3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4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5" name="Table 23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3556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270885"/>
                <a:gridCol w="1378585"/>
                <a:gridCol w="1450975"/>
                <a:gridCol w="1415415"/>
                <a:gridCol w="111061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2.7729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-1.2585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6.8043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10.0330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6.7849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13.2811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-2.7729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-6.8043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7.2601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4.3938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 mean differences in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3" name="Table 24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2540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270885"/>
                <a:gridCol w="1378585"/>
                <a:gridCol w="1450975"/>
                <a:gridCol w="1415415"/>
                <a:gridCol w="111061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-10.0330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-13.2811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-6.7849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-7.2601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-4.3938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9" name="Table 25"/>
          <p:cNvGraphicFramePr>
            <a:graphicFrameLocks noGrp="1"/>
          </p:cNvGraphicFramePr>
          <p:nvPr>
            <p:ph type="tbl" idx="2"/>
          </p:nvPr>
        </p:nvGraphicFramePr>
        <p:xfrm>
          <a:off x="1408430" y="1930400"/>
          <a:ext cy="1143000" cx="632650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98500"/>
                <a:gridCol w="698500"/>
                <a:gridCol w="49295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 Normal 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3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3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3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3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3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35" name="Table 26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3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3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3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3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4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43" name="Table 27"/>
          <p:cNvGraphicFramePr>
            <a:graphicFrameLocks noGrp="1"/>
          </p:cNvGraphicFramePr>
          <p:nvPr>
            <p:ph type="tbl" idx="2"/>
          </p:nvPr>
        </p:nvGraphicFramePr>
        <p:xfrm>
          <a:off x="1208405" y="2438400"/>
          <a:ext cy="1524000" cx="672719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247775"/>
                <a:gridCol w="68389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1945.9451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972.9725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396784.5025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268.8242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398730.4476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4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4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4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4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51" name="Table 28"/>
          <p:cNvGraphicFramePr>
            <a:graphicFrameLocks noGrp="1"/>
          </p:cNvGraphicFramePr>
          <p:nvPr>
            <p:ph type="tbl" idx="2"/>
          </p:nvPr>
        </p:nvGraphicFramePr>
        <p:xfrm>
          <a:off x="1955165" y="2438400"/>
          <a:ext cy="762000" cx="52336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7762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12.94286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16.39586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5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7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58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59" name="Table 29"/>
          <p:cNvGraphicFramePr>
            <a:graphicFrameLocks noGrp="1"/>
          </p:cNvGraphicFramePr>
          <p:nvPr>
            <p:ph type="tbl" idx="2"/>
          </p:nvPr>
        </p:nvGraphicFramePr>
        <p:xfrm>
          <a:off x="1342390" y="2438400"/>
          <a:ext cy="762000" cx="645858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55955"/>
                <a:gridCol w="952500"/>
                <a:gridCol w="1670685"/>
                <a:gridCol w="1529715"/>
                <a:gridCol w="68389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1945.945066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972.972533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6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6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6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5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6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67" title="“gluc-SBP”的分布" name="BoxPlot92.png" descr="“gluc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26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6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7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7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73" title="“gluc-SBP”的分布" name="BoxPlot93.png" descr="“gluc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27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7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7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7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7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7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1" name="Proc Note 1"/>
          <p:cNvSpPr txBox="1">
            <a:spLocks noGrp="1"/>
          </p:cNvSpPr>
          <p:nvPr/>
        </p:nvSpPr>
        <p:spPr>
          <a:xfrm>
            <a:off y="24384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82" name="Table 30"/>
          <p:cNvGraphicFramePr>
            <a:graphicFrameLocks noGrp="1"/>
          </p:cNvGraphicFramePr>
          <p:nvPr>
            <p:ph type="tbl" idx="2"/>
          </p:nvPr>
        </p:nvGraphicFramePr>
        <p:xfrm>
          <a:off x="1849755" y="2882900"/>
          <a:ext cy="1524000" cx="5443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268.8242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8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8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8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8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89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90" name="Table 31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3556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64865"/>
                <a:gridCol w="1334135"/>
                <a:gridCol w="1410335"/>
                <a:gridCol w="1377315"/>
                <a:gridCol w="113982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-4.9706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-0.2613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-5.4932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4.9706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-0.8593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7.0599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9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9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9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9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6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97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98" name="Table 32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2540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364865"/>
                <a:gridCol w="1334135"/>
                <a:gridCol w="1410335"/>
                <a:gridCol w="1377315"/>
                <a:gridCol w="113982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-3.3616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-7.0599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9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0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0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0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0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04" name="Table 33"/>
          <p:cNvGraphicFramePr>
            <a:graphicFrameLocks noGrp="1"/>
          </p:cNvGraphicFramePr>
          <p:nvPr>
            <p:ph type="tbl" idx="2"/>
          </p:nvPr>
        </p:nvGraphicFramePr>
        <p:xfrm>
          <a:off x="597535" y="1930400"/>
          <a:ext cy="4191000" cx="79489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1008380"/>
                <a:gridCol w="1798320"/>
                <a:gridCol w="2362835"/>
                <a:gridCol w="1262380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HavingCVD-cholesterol表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42.87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84.76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56.41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5.41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10.70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39.41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2.30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4.55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22.37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50.57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33.13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67.03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43.59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8.32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16.83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60.59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7.98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16.14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77.63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49.43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0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0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0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0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10" name="Table 34"/>
          <p:cNvGraphicFramePr>
            <a:graphicFrameLocks noGrp="1"/>
          </p:cNvGraphicFramePr>
          <p:nvPr>
            <p:ph type="tbl" idx="2"/>
          </p:nvPr>
        </p:nvGraphicFramePr>
        <p:xfrm>
          <a:off x="597535" y="1930400"/>
          <a:ext cy="2540000" cx="79489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1008380"/>
                <a:gridCol w="1798320"/>
                <a:gridCol w="2362835"/>
                <a:gridCol w="1262380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HavingCVD-cholesterol表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76.00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13.73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10.28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100.00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11" name="Proc Note 1"/>
          <p:cNvSpPr txBox="1">
            <a:spLocks noGrp="1"/>
          </p:cNvSpPr>
          <p:nvPr/>
        </p:nvSpPr>
        <p:spPr>
          <a:xfrm>
            <a:off y="4533900" x="2268855"/>
            <a:ext cy="381000" cx="460629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表“cholesterol-HavingCVD”的统计量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12" name="Table 35"/>
          <p:cNvGraphicFramePr>
            <a:graphicFrameLocks noGrp="1"/>
          </p:cNvGraphicFramePr>
          <p:nvPr>
            <p:ph type="tbl" idx="3"/>
          </p:nvPr>
        </p:nvGraphicFramePr>
        <p:xfrm>
          <a:off x="1718945" y="4978400"/>
          <a:ext cy="1143000" cx="5705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10680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73.7922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似然比卡方检验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76.6127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13" name="Date Placeholder 1"/>
          <p:cNvSpPr>
            <a:spLocks noGrp="1"/>
          </p:cNvSpPr>
          <p:nvPr>
            <p:ph idx="4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4" name="Slide Number Placeholder 1"/>
          <p:cNvSpPr>
            <a:spLocks noGrp="1"/>
          </p:cNvSpPr>
          <p:nvPr>
            <p:ph idx="5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1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1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8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19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表“cholesterol-HavingCVD”的统计量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20" name="Table 36"/>
          <p:cNvGraphicFramePr>
            <a:graphicFrameLocks noGrp="1"/>
          </p:cNvGraphicFramePr>
          <p:nvPr>
            <p:ph type="tbl" idx="2"/>
          </p:nvPr>
        </p:nvGraphicFramePr>
        <p:xfrm>
          <a:off x="1718945" y="2438400"/>
          <a:ext cy="1905000" cx="5705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10680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Mantel-Haenszel 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73.7423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Phi 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列联系数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Cramer V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1" name="Proc Note 1"/>
          <p:cNvSpPr txBox="1">
            <a:spLocks noGrp="1"/>
          </p:cNvSpPr>
          <p:nvPr/>
        </p:nvSpPr>
        <p:spPr>
          <a:xfrm>
            <a:off y="4406900" x="3542030"/>
            <a:ext cy="381000" cx="205994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样本大小 = 1479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2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27" name="Table 37"/>
          <p:cNvGraphicFramePr>
            <a:graphicFrameLocks noGrp="1"/>
          </p:cNvGraphicFramePr>
          <p:nvPr>
            <p:ph type="tbl" idx="2"/>
          </p:nvPr>
        </p:nvGraphicFramePr>
        <p:xfrm>
          <a:off x="597535" y="1930400"/>
          <a:ext cy="4191000" cx="79489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1008380"/>
                <a:gridCol w="1798320"/>
                <a:gridCol w="2362835"/>
                <a:gridCol w="1262380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HavingCVD-gluc表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44.69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88.37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52.38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3.25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6.42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41.74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2.64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5.21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38.24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50.57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40.64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82.22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47.62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4.53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9.17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58.26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4.26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8.62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61.76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49.43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2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3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3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33" name="Table 38"/>
          <p:cNvGraphicFramePr>
            <a:graphicFrameLocks noGrp="1"/>
          </p:cNvGraphicFramePr>
          <p:nvPr>
            <p:ph type="tbl" idx="2"/>
          </p:nvPr>
        </p:nvGraphicFramePr>
        <p:xfrm>
          <a:off x="597535" y="1930400"/>
          <a:ext cy="2540000" cx="79489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1008380"/>
                <a:gridCol w="1798320"/>
                <a:gridCol w="2362835"/>
                <a:gridCol w="1262380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HavingCVD-gluc表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85.33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7.78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6.90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100.00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34" name="Proc Note 1"/>
          <p:cNvSpPr txBox="1">
            <a:spLocks noGrp="1"/>
          </p:cNvSpPr>
          <p:nvPr/>
        </p:nvSpPr>
        <p:spPr>
          <a:xfrm>
            <a:off y="4533900" x="2649220"/>
            <a:ext cy="381000" cx="3844925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表“gluc-HavingCVD”的统计量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35" name="Table 39"/>
          <p:cNvGraphicFramePr>
            <a:graphicFrameLocks noGrp="1"/>
          </p:cNvGraphicFramePr>
          <p:nvPr>
            <p:ph type="tbl" idx="3"/>
          </p:nvPr>
        </p:nvGraphicFramePr>
        <p:xfrm>
          <a:off x="1722755" y="4978400"/>
          <a:ext cy="1143000" cx="5697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10680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11.4449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似然比卡方检验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11.5122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36" name="Date Placeholder 1"/>
          <p:cNvSpPr>
            <a:spLocks noGrp="1"/>
          </p:cNvSpPr>
          <p:nvPr>
            <p:ph idx="4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37" name="Slide Number Placeholder 1"/>
          <p:cNvSpPr>
            <a:spLocks noGrp="1"/>
          </p:cNvSpPr>
          <p:nvPr>
            <p:ph idx="5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3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3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4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表“gluc-HavingCVD”的统计量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43" name="Table 40"/>
          <p:cNvGraphicFramePr>
            <a:graphicFrameLocks noGrp="1"/>
          </p:cNvGraphicFramePr>
          <p:nvPr>
            <p:ph type="tbl" idx="2"/>
          </p:nvPr>
        </p:nvGraphicFramePr>
        <p:xfrm>
          <a:off x="1722755" y="2438400"/>
          <a:ext cy="1905000" cx="5697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106805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Mantel-Haenszel 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10.9888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Phi 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列联系数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Cramer V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4" name="Proc Note 1"/>
          <p:cNvSpPr txBox="1">
            <a:spLocks noGrp="1"/>
          </p:cNvSpPr>
          <p:nvPr/>
        </p:nvSpPr>
        <p:spPr>
          <a:xfrm>
            <a:off y="4406900" x="3542030"/>
            <a:ext cy="381000" cx="205994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样本大小 = 1479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4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4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4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4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50" name="Table 41"/>
          <p:cNvGraphicFramePr>
            <a:graphicFrameLocks noGrp="1"/>
          </p:cNvGraphicFramePr>
          <p:nvPr>
            <p:ph type="tbl" idx="2"/>
          </p:nvPr>
        </p:nvGraphicFramePr>
        <p:xfrm>
          <a:off x="2357120" y="1930400"/>
          <a:ext cy="4191000" cx="44291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824865"/>
                <a:gridCol w="824865"/>
                <a:gridCol w="126238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HavingCVD-active表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10.55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20.86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49.52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40.03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79.14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50.86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50.57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10.75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21.75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50.48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38.67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78.25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49.14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49.43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 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5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5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5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5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56" name="Table 42"/>
          <p:cNvGraphicFramePr>
            <a:graphicFrameLocks noGrp="1"/>
          </p:cNvGraphicFramePr>
          <p:nvPr>
            <p:ph type="tbl" idx="2"/>
          </p:nvPr>
        </p:nvGraphicFramePr>
        <p:xfrm>
          <a:off x="2357120" y="1930400"/>
          <a:ext cy="2540000" cx="44291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17015"/>
                <a:gridCol w="824865"/>
                <a:gridCol w="824865"/>
                <a:gridCol w="126238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HavingCVD-active表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1143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频数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行百分比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列百分比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21.30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78.70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100.00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7" name="Proc Note 1"/>
          <p:cNvSpPr txBox="1">
            <a:spLocks noGrp="1"/>
          </p:cNvSpPr>
          <p:nvPr/>
        </p:nvSpPr>
        <p:spPr>
          <a:xfrm>
            <a:off y="4533900" x="2550795"/>
            <a:ext cy="381000" cx="404241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表“active-HavingCVD”的统计量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58" name="Table 43"/>
          <p:cNvGraphicFramePr>
            <a:graphicFrameLocks noGrp="1"/>
          </p:cNvGraphicFramePr>
          <p:nvPr>
            <p:ph type="tbl" idx="3"/>
          </p:nvPr>
        </p:nvGraphicFramePr>
        <p:xfrm>
          <a:off x="1751330" y="4978400"/>
          <a:ext cy="1143000" cx="56413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050290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似然比卡方检验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9" name="Date Placeholder 1"/>
          <p:cNvSpPr>
            <a:spLocks noGrp="1"/>
          </p:cNvSpPr>
          <p:nvPr>
            <p:ph idx="4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0" name="Slide Number Placeholder 1"/>
          <p:cNvSpPr>
            <a:spLocks noGrp="1"/>
          </p:cNvSpPr>
          <p:nvPr>
            <p:ph idx="5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6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6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6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4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5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表“active-HavingCVD”的统计量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66" name="Table 44"/>
          <p:cNvGraphicFramePr>
            <a:graphicFrameLocks noGrp="1"/>
          </p:cNvGraphicFramePr>
          <p:nvPr>
            <p:ph type="tbl" idx="2"/>
          </p:nvPr>
        </p:nvGraphicFramePr>
        <p:xfrm>
          <a:off x="1751330" y="2438400"/>
          <a:ext cy="2286000" cx="56413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672715"/>
                <a:gridCol w="952500"/>
                <a:gridCol w="1050290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概率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连续调整卡方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Mantel-Haenszel 卡方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Phi 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-0.0109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列联系数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Cramer V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-0.0109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7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FREQ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2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3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表“active-HavingCVD”的统计量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74" name="Table 45"/>
          <p:cNvGraphicFramePr>
            <a:graphicFrameLocks noGrp="1"/>
          </p:cNvGraphicFramePr>
          <p:nvPr>
            <p:ph type="tbl" idx="2"/>
          </p:nvPr>
        </p:nvGraphicFramePr>
        <p:xfrm>
          <a:off x="2786380" y="2438400"/>
          <a:ext cy="2667000" cx="35712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517140"/>
                <a:gridCol w="1054100"/>
              </a:tblGrid>
              <a:tr h="381000"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Fisher 精确检验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单元格 (1,1) 频数 (F)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左侧 Pr &lt;= F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右侧 Pr &gt;= F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表概率 (P)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双侧 Pr &lt;= 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75" name="Proc Note 1"/>
          <p:cNvSpPr txBox="1">
            <a:spLocks noGrp="1"/>
          </p:cNvSpPr>
          <p:nvPr/>
        </p:nvSpPr>
        <p:spPr>
          <a:xfrm>
            <a:off y="5168900" x="3542030"/>
            <a:ext cy="381000" cx="205994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样本大小 = 1479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7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7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7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8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8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8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83" name="Table 46"/>
          <p:cNvGraphicFramePr>
            <a:graphicFrameLocks noGrp="1"/>
          </p:cNvGraphicFramePr>
          <p:nvPr>
            <p:ph type="tbl" idx="2"/>
          </p:nvPr>
        </p:nvGraphicFramePr>
        <p:xfrm>
          <a:off x="728345" y="2438400"/>
          <a:ext cy="1905000" cx="76866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1671320"/>
                <a:gridCol w="754380"/>
                <a:gridCol w="1050290"/>
                <a:gridCol w="1106805"/>
                <a:gridCol w="120650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数目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17.6339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汇总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Satterthwaite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1.5606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384" name="Table 47"/>
          <p:cNvGraphicFramePr>
            <a:graphicFrameLocks noGrp="1"/>
          </p:cNvGraphicFramePr>
          <p:nvPr>
            <p:ph type="tbl" idx="3"/>
          </p:nvPr>
        </p:nvGraphicFramePr>
        <p:xfrm>
          <a:off x="1757680" y="4406900"/>
          <a:ext cy="1905000" cx="562800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1671320"/>
                <a:gridCol w="1106805"/>
                <a:gridCol w="95250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最小值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最大值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90.0000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汇总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Satterthwaite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85" name="Date Placeholder 1"/>
          <p:cNvSpPr>
            <a:spLocks noGrp="1"/>
          </p:cNvSpPr>
          <p:nvPr>
            <p:ph idx="4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86" name="Slide Number Placeholder 1"/>
          <p:cNvSpPr>
            <a:spLocks noGrp="1"/>
          </p:cNvSpPr>
          <p:nvPr>
            <p:ph idx="5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8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8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8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0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1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392" name="Table 48"/>
          <p:cNvGraphicFramePr>
            <a:graphicFrameLocks noGrp="1"/>
          </p:cNvGraphicFramePr>
          <p:nvPr>
            <p:ph type="tbl" idx="2"/>
          </p:nvPr>
        </p:nvGraphicFramePr>
        <p:xfrm>
          <a:off x="626110" y="2438400"/>
          <a:ext cy="1905000" cx="78917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1671320"/>
                <a:gridCol w="1050290"/>
                <a:gridCol w="1083310"/>
                <a:gridCol w="1082675"/>
                <a:gridCol w="110680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置信限均值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125.8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127.5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16.3009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124.1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17.6339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汇总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-3.2581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2.4856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16.4301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Satterthwaite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-3.4677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2.6952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393" name="Table 49"/>
          <p:cNvGraphicFramePr>
            <a:graphicFrameLocks noGrp="1"/>
          </p:cNvGraphicFramePr>
          <p:nvPr>
            <p:ph type="tbl" idx="3"/>
          </p:nvPr>
        </p:nvGraphicFramePr>
        <p:xfrm>
          <a:off x="1577340" y="4406900"/>
          <a:ext cy="1905000" cx="598868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1671320"/>
                <a:gridCol w="1210310"/>
                <a:gridCol w="12096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置信限标准差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15.7063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16.9427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15.7763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19.9914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汇总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15.8584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17.0448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差 (1-2)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Satterthwaite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94" name="Date Placeholder 1"/>
          <p:cNvSpPr>
            <a:spLocks noGrp="1"/>
          </p:cNvSpPr>
          <p:nvPr>
            <p:ph idx="4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5" name="Slide Number Placeholder 1"/>
          <p:cNvSpPr>
            <a:spLocks noGrp="1"/>
          </p:cNvSpPr>
          <p:nvPr>
            <p:ph idx="5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39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9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39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39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01" name="Table 50"/>
          <p:cNvGraphicFramePr>
            <a:graphicFrameLocks noGrp="1"/>
          </p:cNvGraphicFramePr>
          <p:nvPr>
            <p:ph type="tbl" idx="2"/>
          </p:nvPr>
        </p:nvGraphicFramePr>
        <p:xfrm>
          <a:off x="1910080" y="2438400"/>
          <a:ext cy="1143000" cx="53238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671320"/>
                <a:gridCol w="952500"/>
                <a:gridCol w="965835"/>
                <a:gridCol w="768350"/>
                <a:gridCol w="96583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t 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|t|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汇总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等于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Satterthwaite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不等于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163.42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0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7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08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09" name="Table 51"/>
          <p:cNvGraphicFramePr>
            <a:graphicFrameLocks noGrp="1"/>
          </p:cNvGraphicFramePr>
          <p:nvPr>
            <p:ph type="tbl" idx="2"/>
          </p:nvPr>
        </p:nvGraphicFramePr>
        <p:xfrm>
          <a:off x="1697355" y="2438400"/>
          <a:ext cy="1143000" cx="57486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177925"/>
                <a:gridCol w="1460500"/>
                <a:gridCol w="1460500"/>
                <a:gridCol w="683895"/>
                <a:gridCol w="96583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方差齐性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方法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分子自由度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分母自由度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折叠的 F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1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1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1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1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5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6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417" title="“SBP”的汇总面板" name="SummaryPanel7.png" descr="“SBP”的汇总面板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41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1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2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2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2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TTEST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23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24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变量:  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425" title="“SBP”的 Q-Q 图" name="QQPlot7.png" descr="“SBP”的 Q-Q 图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42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2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2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2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3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31" name="Table 52"/>
          <p:cNvGraphicFramePr>
            <a:graphicFrameLocks noGrp="1"/>
          </p:cNvGraphicFramePr>
          <p:nvPr>
            <p:ph type="tbl" idx="2"/>
          </p:nvPr>
        </p:nvGraphicFramePr>
        <p:xfrm>
          <a:off x="2364105" y="1930400"/>
          <a:ext cy="381000" cx="441579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050925"/>
                <a:gridCol w="336486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4  变量: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      SBP      DBP      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3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37" name="Table 53"/>
          <p:cNvGraphicFramePr>
            <a:graphicFrameLocks noGrp="1"/>
          </p:cNvGraphicFramePr>
          <p:nvPr>
            <p:ph type="tbl" idx="2"/>
          </p:nvPr>
        </p:nvGraphicFramePr>
        <p:xfrm>
          <a:off x="1035685" y="1930400"/>
          <a:ext cy="2286000" cx="707199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13105"/>
                <a:gridCol w="754380"/>
                <a:gridCol w="1247775"/>
                <a:gridCol w="1106805"/>
                <a:gridCol w="895350"/>
                <a:gridCol w="1106805"/>
                <a:gridCol w="124777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简单统计量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数目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总和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最小值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最大值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10.60973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1.35025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7.84986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12.95123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12.66788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1.64249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8.12826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5.43430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2.97200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12.50000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3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3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4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4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4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43" name="Table 54"/>
          <p:cNvGraphicFramePr>
            <a:graphicFrameLocks noGrp="1"/>
          </p:cNvGraphicFramePr>
          <p:nvPr>
            <p:ph type="tbl" idx="2"/>
          </p:nvPr>
        </p:nvGraphicFramePr>
        <p:xfrm>
          <a:off x="1960245" y="1930400"/>
          <a:ext cy="3556000" cx="52228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95655"/>
                <a:gridCol w="1106805"/>
                <a:gridCol w="1106805"/>
                <a:gridCol w="1106805"/>
                <a:gridCol w="1106805"/>
              </a:tblGrid>
              <a:tr h="635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Pearson 相关系数, N = 1479 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Prob &gt; |r|, H0: Rho=0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0.21713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0.14552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0.13062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0.21713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0.71190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0.25537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0.14552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0.71190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0.13062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0.25537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4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4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4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4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4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49" name="Table 55"/>
          <p:cNvGraphicFramePr>
            <a:graphicFrameLocks noGrp="1"/>
          </p:cNvGraphicFramePr>
          <p:nvPr>
            <p:ph type="tbl" idx="2"/>
          </p:nvPr>
        </p:nvGraphicFramePr>
        <p:xfrm>
          <a:off x="2285365" y="1930400"/>
          <a:ext cy="2286000" cx="45732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60500"/>
                <a:gridCol w="3112770"/>
              </a:tblGrid>
              <a:tr h="381000"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数据集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WORK.ANALYSIS_DATA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响应变量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响应水平数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二元 Logit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优化方法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Fisher 评分法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5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5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5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5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55" name="Table 56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5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5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5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5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6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61" name="Table 57"/>
          <p:cNvGraphicFramePr>
            <a:graphicFrameLocks noGrp="1"/>
          </p:cNvGraphicFramePr>
          <p:nvPr>
            <p:ph type="tbl" idx="2"/>
          </p:nvPr>
        </p:nvGraphicFramePr>
        <p:xfrm>
          <a:off x="3114675" y="1930400"/>
          <a:ext cy="1778000" cx="291401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98500"/>
                <a:gridCol w="1517015"/>
                <a:gridCol w="698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响应概略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有序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HavingCVD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总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频数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2" name="Proc Note 1"/>
          <p:cNvSpPr txBox="1">
            <a:spLocks noGrp="1"/>
          </p:cNvSpPr>
          <p:nvPr/>
        </p:nvSpPr>
        <p:spPr>
          <a:xfrm>
            <a:off y="3771900" x="2546985"/>
            <a:ext cy="381000" cx="4049395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建模的概率为 HavingCVD='Yes'。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6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6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6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6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6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68" name="Table 58"/>
          <p:cNvGraphicFramePr>
            <a:graphicFrameLocks noGrp="1"/>
          </p:cNvGraphicFramePr>
          <p:nvPr>
            <p:ph type="tbl" idx="2"/>
          </p:nvPr>
        </p:nvGraphicFramePr>
        <p:xfrm>
          <a:off x="1746885" y="1930400"/>
          <a:ext cy="4191000" cx="5650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2362835"/>
                <a:gridCol w="666750"/>
                <a:gridCol w="66675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设计变量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7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7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7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74" name="Table 59"/>
          <p:cNvGraphicFramePr>
            <a:graphicFrameLocks noGrp="1"/>
          </p:cNvGraphicFramePr>
          <p:nvPr>
            <p:ph type="tbl" idx="2"/>
          </p:nvPr>
        </p:nvGraphicFramePr>
        <p:xfrm>
          <a:off x="1746885" y="1930400"/>
          <a:ext cy="2667000" cx="5650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2362835"/>
                <a:gridCol w="666750"/>
                <a:gridCol w="66675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设计变量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7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7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7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7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7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80" name="Table 60"/>
          <p:cNvGraphicFramePr>
            <a:graphicFrameLocks noGrp="1"/>
          </p:cNvGraphicFramePr>
          <p:nvPr>
            <p:ph type="tbl" idx="2"/>
          </p:nvPr>
        </p:nvGraphicFramePr>
        <p:xfrm>
          <a:off x="2660015" y="1930400"/>
          <a:ext cy="762000" cx="38239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823970"/>
              </a:tblGrid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模型收敛状态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满足收敛准则 (GCONV=1E-8)。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8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8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8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8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86" name="Table 61"/>
          <p:cNvGraphicFramePr>
            <a:graphicFrameLocks noGrp="1"/>
          </p:cNvGraphicFramePr>
          <p:nvPr>
            <p:ph type="tbl" idx="2"/>
          </p:nvPr>
        </p:nvGraphicFramePr>
        <p:xfrm>
          <a:off x="2530475" y="1930400"/>
          <a:ext cy="1905000" cx="40830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120775"/>
                <a:gridCol w="1247775"/>
                <a:gridCol w="1714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模型拟合统计量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准则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仅截距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截距和协变量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AIC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2052.134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1660.717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2057.433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1724.307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-2 Log 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2050.134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1636.717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9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92" name="Table 62"/>
          <p:cNvGraphicFramePr>
            <a:graphicFrameLocks noGrp="1"/>
          </p:cNvGraphicFramePr>
          <p:nvPr>
            <p:ph type="tbl" idx="2"/>
          </p:nvPr>
        </p:nvGraphicFramePr>
        <p:xfrm>
          <a:off x="2508885" y="1930400"/>
          <a:ext cy="2159000" cx="4126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952500"/>
                <a:gridCol w="1247775"/>
                <a:gridCol w="952500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检验全局原假设: BETA=0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检验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413.4165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评分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351.6967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Wald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270.6088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9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49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49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9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49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498" name="Table 63"/>
          <p:cNvGraphicFramePr>
            <a:graphicFrameLocks noGrp="1"/>
          </p:cNvGraphicFramePr>
          <p:nvPr>
            <p:ph type="tbl" idx="2"/>
          </p:nvPr>
        </p:nvGraphicFramePr>
        <p:xfrm>
          <a:off x="2007870" y="1930400"/>
          <a:ext cy="3683000" cx="51276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952500"/>
                <a:gridCol w="1247775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3 型效应分析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17.0515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2.1984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175.6253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1.8494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34.9290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9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0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0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0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0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04" name="Table 64"/>
          <p:cNvGraphicFramePr>
            <a:graphicFrameLocks noGrp="1"/>
          </p:cNvGraphicFramePr>
          <p:nvPr>
            <p:ph type="tbl" idx="2"/>
          </p:nvPr>
        </p:nvGraphicFramePr>
        <p:xfrm>
          <a:off x="2007870" y="1930400"/>
          <a:ext cy="1778000" cx="51276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952500"/>
                <a:gridCol w="1247775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3 型效应分析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2.4713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0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0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0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0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0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10" name="Table 65"/>
          <p:cNvGraphicFramePr>
            <a:graphicFrameLocks noGrp="1"/>
          </p:cNvGraphicFramePr>
          <p:nvPr>
            <p:ph type="tbl" idx="2"/>
          </p:nvPr>
        </p:nvGraphicFramePr>
        <p:xfrm>
          <a:off x="259080" y="1930400"/>
          <a:ext cy="3556000" cx="86258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1341120"/>
                <a:gridCol w="952500"/>
                <a:gridCol w="1191260"/>
                <a:gridCol w="965835"/>
                <a:gridCol w="1247775"/>
                <a:gridCol w="97345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-10.2297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213.9852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1.8843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89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16.2292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1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1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16" name="Table 66"/>
          <p:cNvGraphicFramePr>
            <a:graphicFrameLocks noGrp="1"/>
          </p:cNvGraphicFramePr>
          <p:nvPr>
            <p:ph type="tbl" idx="2"/>
          </p:nvPr>
        </p:nvGraphicFramePr>
        <p:xfrm>
          <a:off x="259080" y="1930400"/>
          <a:ext cy="3810000" cx="86258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1341120"/>
                <a:gridCol w="952500"/>
                <a:gridCol w="1191260"/>
                <a:gridCol w="965835"/>
                <a:gridCol w="1247775"/>
                <a:gridCol w="97345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889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1.5762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175.6253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-0.4009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1.8494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34.9290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2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22" name="Table 67"/>
          <p:cNvGraphicFramePr>
            <a:graphicFrameLocks noGrp="1"/>
          </p:cNvGraphicFramePr>
          <p:nvPr>
            <p:ph type="tbl" idx="2"/>
          </p:nvPr>
        </p:nvGraphicFramePr>
        <p:xfrm>
          <a:off x="259080" y="1930400"/>
          <a:ext cy="1778000" cx="86258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1341120"/>
                <a:gridCol w="952500"/>
                <a:gridCol w="1191260"/>
                <a:gridCol w="965835"/>
                <a:gridCol w="1247775"/>
                <a:gridCol w="97345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2.4713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-0.0155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2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2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2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2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2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28" name="Table 68"/>
          <p:cNvGraphicFramePr>
            <a:graphicFrameLocks noGrp="1"/>
          </p:cNvGraphicFramePr>
          <p:nvPr>
            <p:ph type="tbl" idx="2"/>
          </p:nvPr>
        </p:nvGraphicFramePr>
        <p:xfrm>
          <a:off x="693420" y="1930400"/>
          <a:ext cy="4064000" cx="77571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5154930"/>
                <a:gridCol w="952500"/>
                <a:gridCol w="824865"/>
                <a:gridCol w="82486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优比估计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点估计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     Above Normal     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     Well Above Normal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            Above Normal     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            Well Above Normal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  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          Male vs 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2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3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3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3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3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34" name="Table 69"/>
          <p:cNvGraphicFramePr>
            <a:graphicFrameLocks noGrp="1"/>
          </p:cNvGraphicFramePr>
          <p:nvPr>
            <p:ph type="tbl" idx="2"/>
          </p:nvPr>
        </p:nvGraphicFramePr>
        <p:xfrm>
          <a:off x="693420" y="1930400"/>
          <a:ext cy="2159000" cx="77571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5154930"/>
                <a:gridCol w="952500"/>
                <a:gridCol w="824865"/>
                <a:gridCol w="82486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优比估计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点估计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         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3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3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3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3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39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540" name="Table 70"/>
          <p:cNvGraphicFramePr>
            <a:graphicFrameLocks noGrp="1"/>
          </p:cNvGraphicFramePr>
          <p:nvPr>
            <p:ph type="tbl" idx="2"/>
          </p:nvPr>
        </p:nvGraphicFramePr>
        <p:xfrm>
          <a:off x="1576705" y="1930400"/>
          <a:ext cy="1905000" cx="599059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730500"/>
                <a:gridCol w="1036320"/>
                <a:gridCol w="1318895"/>
                <a:gridCol w="90487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预测概率和观测响应的关联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一致部分所占百分比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79.5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Somers 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不一致部分所占百分比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20.5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Gamma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结值百分比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Tau-a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4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4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4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4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54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546" title="“模型”的 ROC 曲线" name="ROCCurve18.png" descr="“模型”的 ROC 曲线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5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51" name="Table 7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56" name="Table 7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61" name="Table 7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66" name="Table 7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71" name="Table 7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76" name="Table 7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81" name="Table 7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86" name="Table 7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91" name="Table 7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596" name="Table 8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5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5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01" name="Table 8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06" name="Table 8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11" name="Table 8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16" name="Table 8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21" name="Table 8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26" name="Table 8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31" name="Table 8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36" name="Table 8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41" name="Table 8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46" name="Table 9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51" name="Table 9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56" name="Table 9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61" name="Table 9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66" name="Table 9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71" name="Table 9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76" name="Table 9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81" name="Table 9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86" name="Table 9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91" name="Table 9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696" name="Table 10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6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01" name="Table 10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06" name="Table 10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11" name="Table 10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16" name="Table 10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21" name="Table 10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26" name="Table 10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31" name="Table 10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36" name="Table 10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41" name="Table 10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46" name="Table 11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51" name="Table 11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56" name="Table 11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61" name="Table 11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66" name="Table 11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71" name="Table 11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76" name="Table 11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81" name="Table 11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86" name="Table 11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91" name="Table 11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796" name="Table 12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7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7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01" name="Table 12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06" name="Table 12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11" name="Table 12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16" name="Table 12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21" name="Table 12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26" name="Table 12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31" name="Table 12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36" name="Table 12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41" name="Table 12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46" name="Table 13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51" name="Table 13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56" name="Table 13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61" name="Table 13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66" name="Table 13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71" name="Table 13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76" name="Table 13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81" name="Table 13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86" name="Table 13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91" name="Table 13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896" name="Table 14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8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01" name="Table 14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06" name="Table 14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11" name="Table 14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16" name="Table 14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21" name="Table 14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26" name="Table 14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31" name="Table 14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36" name="Table 14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41" name="Table 14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46" name="Table 15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51" name="Table 15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56" name="Table 15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61" name="Table 15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66" name="Table 15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71" name="Table 15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76" name="Table 15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81" name="Table 15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86" name="Table 15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91" name="Table 15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996" name="Table 16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9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01" name="Table 16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06" name="Table 16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11" name="Table 16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16" name="Table 16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21" name="Table 16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26" name="Table 16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31" name="Table 16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36" name="Table 16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41" name="Table 16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46" name="Table 17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51" name="Table 17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56" name="Table 17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61" name="Table 17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66" name="Table 17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71" name="Table 17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76" name="Table 17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81" name="Table 17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86" name="Table 17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91" name="Table 17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096" name="Table 18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0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0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01" name="Table 18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06" name="Table 18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11" name="Table 18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16" name="Table 18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21" name="Table 18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26" name="Table 18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31" name="Table 18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36" name="Table 18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41" name="Table 18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46" name="Table 19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51" name="Table 19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56" name="Table 19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61" name="Table 19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199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66" name="Table 19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71" name="Table 19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76" name="Table 19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81" name="Table 19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86" name="Table 19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91" name="Table 19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196" name="Table 20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1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1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01" name="Table 20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06" name="Table 20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11" name="Table 20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16" name="Table 20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21" name="Table 20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26" name="Table 20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31" name="Table 20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36" name="Table 20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41" name="Table 20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46" name="Table 21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51" name="Table 21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56" name="Table 21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61" name="Table 21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66" name="Table 21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71" name="Table 21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76" name="Table 21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81" name="Table 21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86" name="Table 21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91" name="Table 21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296" name="Table 22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2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2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01" name="Table 22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06" name="Table 22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11" name="Table 22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16" name="Table 22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21" name="Table 22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26" name="Table 22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31" name="Table 22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36" name="Table 22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41" name="Table 22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0.38771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46" name="Table 23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0.40909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51" name="Table 23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56" name="Table 23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61" name="Table 23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66" name="Table 23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0.42914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71" name="Table 23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0.37046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76" name="Table 23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0.43984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81" name="Table 23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0.36859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0.36839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0.36761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86" name="Table 23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91" name="Table 23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3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396" name="Table 24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0.45989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3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3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01" name="Table 24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06" name="Table 24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11" name="Table 24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0.35908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16" name="Table 24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0.47995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21" name="Table 24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26" name="Table 24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0.48930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0.49866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31" name="Table 24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0.34950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36" name="Table 24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41" name="Table 24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46" name="Table 25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0.50936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51" name="Table 25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0.34073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56" name="Table 25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61" name="Table 25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66" name="Table 25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71" name="Table 25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76" name="Table 25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0.86867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81" name="Table 25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0.32098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0.31926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0.31917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86" name="Table 25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0.87825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91" name="Table 25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0.31776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4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496" name="Table 26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0.55882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4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4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01" name="Table 26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0.30955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0.30799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0.30752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06" name="Table 26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0.56952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11" name="Table 26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16" name="Table 26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21" name="Table 26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0.30018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0.29960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0.29880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0.29869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26" name="Table 26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31" name="Table 26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0.29787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36" name="Table 26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41" name="Table 26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0.29123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0.28827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46" name="Table 27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0.60963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0.61898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51" name="Table 27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56" name="Table 27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0.62968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61" name="Table 27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0.28035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0.27928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0.27815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66" name="Table 27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0.90971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0.63904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71" name="Table 27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76" name="Table 27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81" name="Table 27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0.27050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0.26803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0.26763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86" name="Table 27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0.91792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0.91929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91" name="Table 27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0.26039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0.26004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5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596" name="Table 28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0.66979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0.92066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5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5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01" name="Table 28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0.25878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06" name="Table 28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11" name="Table 28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0.24903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16" name="Table 28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0.68984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0.92886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0.93023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21" name="Table 28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26" name="Table 28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0.70989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31" name="Table 28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0.24018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36" name="Table 28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41" name="Table 28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0.23808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46" name="Table 29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0.93981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0.72995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51" name="Table 29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0.23484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0.23463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0.23450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56" name="Table 29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61" name="Table 29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0.23046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0.23007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0.22909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299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66" name="Table 29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0.75535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0.75936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71" name="Table 29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76" name="Table 29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0.94802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0.76070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0.76872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0.77005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81" name="Table 29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0.22213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0.22204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86" name="Table 29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0.77540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0.77807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0.77941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0.78075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0.78209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91" name="Table 29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696" name="Table 30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0.78877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0.79011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6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01" name="Table 30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0.20941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0.20767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06" name="Table 30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0.79545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0.96033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0.79947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0.80080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11" name="Table 30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0.20274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0.20029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0.19987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0.19934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0.19819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309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16" name="Table 30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0.96580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0.80882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0.96854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0.81016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0.81150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21" name="Table 30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0.19184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26" name="Table 30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0.96990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0.81283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0.81818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0.81952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0.82086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0.82219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31" name="Table 30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0.18520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0.18507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0.18490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0.18266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0.18223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0.18214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0.18151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36" name="Table 30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0.82620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0.82754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0.82888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0.83155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0.97264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0.83556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41" name="Table 30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0.18029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0.17855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46" name="Table 31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0.83824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0.83957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0.84091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0.84225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0.84492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0.84626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0.84759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0.84893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51" name="Table 31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0.17480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0.17055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0.17008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0.16952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56" name="Table 31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0.85027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0.85160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0.85294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0.85561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0.85829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0.85963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61" name="Table 31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0.16806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0.16128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0.15943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0.15562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0.15201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319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66" name="Table 31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0.86230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0.86765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0.86898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0.87032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0.87166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0.87299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71" name="Table 31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0.15100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0.14900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0.14830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0.14784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0.14629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76" name="Table 31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0.87834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0.98085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0.87968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0.88102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0.88235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0.88636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81" name="Table 31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0.14451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0.14344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0.14250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8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8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8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8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86" name="Table 31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0.88770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0.88904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0.89171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0.89305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0.89572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0.89840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91" name="Table 31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0.13916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0.13885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0.13612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7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796" name="Table 32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0.90241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0.90508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0.90775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9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79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79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0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01" name="Table 32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0.13192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0.13107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0.12889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0.12252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0.12205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0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0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0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0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06" name="Table 32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0.91310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0.91578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0.91845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0.91979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0.92112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0.92380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0.92513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11" name="Table 32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0.11775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0.11506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0.11245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0.11062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0.10910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329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16" name="Table 32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0.92647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0.92781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0.92914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0.93048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0.93182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0.93583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0.93850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1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1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1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2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21" name="Table 325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0.10822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0.10637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0.10515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0.10361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0.10353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0.10224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0.09700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0.09671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26" name="Table 326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0.93984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0.94118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0.94251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0.94385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0.94519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0.94652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0.99316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0.94786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0.99453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0.94920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2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2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3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31" name="Table 327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0.09116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0.08817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0.08769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0.08657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0.08528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0.08074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0.07914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0.07907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3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3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3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3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36" name="Table 328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0.95321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0.95455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0.95588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0.95856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41" name="Table 329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0.07801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0.07749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0.07687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0.07555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0.07464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0.07132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0.07110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0.06961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4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4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4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4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46" name="Table 330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0.96257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0.96524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0.96658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0.96791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0.97059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0.97326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4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4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4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5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51" name="Table 331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4572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0.06503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0.06210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0.05996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0.05323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0.05292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56" name="Table 332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4572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0.97594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0.97727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0.97861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0.97995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0.98128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0.98262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0.98396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0.98529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0.98797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61" name="Table 333"/>
          <p:cNvGraphicFramePr>
            <a:graphicFrameLocks noGrp="1"/>
          </p:cNvGraphicFramePr>
          <p:nvPr>
            <p:ph type="tbl" idx="2"/>
          </p:nvPr>
        </p:nvGraphicFramePr>
        <p:xfrm>
          <a:off x="1101090" y="1485900"/>
          <a:ext cy="3429000" cx="694182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192530"/>
                <a:gridCol w="1009015"/>
                <a:gridCol w="1022985"/>
                <a:gridCol w="1474470"/>
                <a:gridCol w="148844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_PROB_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_FALPOS_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_FALNEG_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0.04809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0.04719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0.04711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0.04663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0.03783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6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6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339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6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6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SBP-mean differences in blood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glucose levels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graphicFrame>
        <p:nvGraphicFramePr>
          <p:cNvPr id="1866" name="Table 334"/>
          <p:cNvGraphicFramePr>
            <a:graphicFrameLocks noGrp="1"/>
          </p:cNvGraphicFramePr>
          <p:nvPr>
            <p:ph type="tbl" idx="2"/>
          </p:nvPr>
        </p:nvGraphicFramePr>
        <p:xfrm>
          <a:off x="2741295" y="1485900"/>
          <a:ext cy="3429000" cx="366141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54380"/>
                <a:gridCol w="1390015"/>
                <a:gridCol w="1517015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观测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_SENSIT_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_1MSPEC_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0.99064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0.99198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0.99332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0.99599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0.99733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0.99866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6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6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6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7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71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72" name="Table 335"/>
          <p:cNvGraphicFramePr>
            <a:graphicFrameLocks noGrp="1"/>
          </p:cNvGraphicFramePr>
          <p:nvPr>
            <p:ph type="tbl" idx="2"/>
          </p:nvPr>
        </p:nvGraphicFramePr>
        <p:xfrm>
          <a:off x="2285365" y="1930400"/>
          <a:ext cy="2286000" cx="45732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60500"/>
                <a:gridCol w="3112770"/>
              </a:tblGrid>
              <a:tr h="381000"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数据集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WORK.ANALYSIS_DATA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响应变量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响应水平数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广义 Logit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优化方法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Newton-Raphson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7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7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7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7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78" name="Table 336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7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8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8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8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83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84" name="Table 337"/>
          <p:cNvGraphicFramePr>
            <a:graphicFrameLocks noGrp="1"/>
          </p:cNvGraphicFramePr>
          <p:nvPr>
            <p:ph type="tbl" idx="2"/>
          </p:nvPr>
        </p:nvGraphicFramePr>
        <p:xfrm>
          <a:off x="2663825" y="1930400"/>
          <a:ext cy="2159000" cx="381571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98500"/>
                <a:gridCol w="2362835"/>
                <a:gridCol w="75438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响应概略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有序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总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频数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85" name="Proc Note 1"/>
          <p:cNvSpPr txBox="1">
            <a:spLocks noGrp="1"/>
          </p:cNvSpPr>
          <p:nvPr/>
        </p:nvSpPr>
        <p:spPr>
          <a:xfrm>
            <a:off y="4152900" x="1137285"/>
            <a:ext cy="381000" cx="686943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建立的 Logit 模型使用 cholesterol='Normal' 作为参考类别。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8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8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8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8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9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91" name="Table 338"/>
          <p:cNvGraphicFramePr>
            <a:graphicFrameLocks noGrp="1"/>
          </p:cNvGraphicFramePr>
          <p:nvPr>
            <p:ph type="tbl" idx="2"/>
          </p:nvPr>
        </p:nvGraphicFramePr>
        <p:xfrm>
          <a:off x="2691765" y="1930400"/>
          <a:ext cy="1524000" cx="375983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655955"/>
                <a:gridCol w="1206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设计变量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9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9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89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89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89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897" name="Table 339"/>
          <p:cNvGraphicFramePr>
            <a:graphicFrameLocks noGrp="1"/>
          </p:cNvGraphicFramePr>
          <p:nvPr>
            <p:ph type="tbl" idx="2"/>
          </p:nvPr>
        </p:nvGraphicFramePr>
        <p:xfrm>
          <a:off x="2660015" y="1930400"/>
          <a:ext cy="762000" cx="38239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823970"/>
              </a:tblGrid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模型收敛状态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满足收敛准则 (GCONV=1E-8)。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89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89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0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0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0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03" name="Table 340"/>
          <p:cNvGraphicFramePr>
            <a:graphicFrameLocks noGrp="1"/>
          </p:cNvGraphicFramePr>
          <p:nvPr>
            <p:ph type="tbl" idx="2"/>
          </p:nvPr>
        </p:nvGraphicFramePr>
        <p:xfrm>
          <a:off x="2530475" y="1930400"/>
          <a:ext cy="1905000" cx="40830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120775"/>
                <a:gridCol w="1247775"/>
                <a:gridCol w="1714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模型拟合统计量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准则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仅截距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截距和协变量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AIC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2118.969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2029.022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2129.567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2082.014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-2 Log 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2114.969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2009.022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0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0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0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0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0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09" name="Table 341"/>
          <p:cNvGraphicFramePr>
            <a:graphicFrameLocks noGrp="1"/>
          </p:cNvGraphicFramePr>
          <p:nvPr>
            <p:ph type="tbl" idx="2"/>
          </p:nvPr>
        </p:nvGraphicFramePr>
        <p:xfrm>
          <a:off x="2508885" y="1930400"/>
          <a:ext cy="2159000" cx="4126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952500"/>
                <a:gridCol w="1247775"/>
                <a:gridCol w="952500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检验全局原假设: BETA=0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检验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105.9465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评分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104.3139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Wald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94.8012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1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1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1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1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1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15" name="Table 342"/>
          <p:cNvGraphicFramePr>
            <a:graphicFrameLocks noGrp="1"/>
          </p:cNvGraphicFramePr>
          <p:nvPr>
            <p:ph type="tbl" idx="2"/>
          </p:nvPr>
        </p:nvGraphicFramePr>
        <p:xfrm>
          <a:off x="2106930" y="1930400"/>
          <a:ext cy="2540000" cx="49301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952500"/>
                <a:gridCol w="1106805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3 型效应分析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28.7812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19.8782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1.0400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0.5945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4.8944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1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1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1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1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2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21" name="Table 343"/>
          <p:cNvGraphicFramePr>
            <a:graphicFrameLocks noGrp="1"/>
          </p:cNvGraphicFramePr>
          <p:nvPr>
            <p:ph type="tbl" idx="2"/>
          </p:nvPr>
        </p:nvGraphicFramePr>
        <p:xfrm>
          <a:off x="252730" y="1930400"/>
          <a:ext cy="4064000" cx="863790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628015"/>
                <a:gridCol w="1896110"/>
                <a:gridCol w="952500"/>
                <a:gridCol w="1191260"/>
                <a:gridCol w="965835"/>
                <a:gridCol w="110680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-6.6551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52.4485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-10.5138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1.1410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84.9047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5.0348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26.5060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0.2139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11.0956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13.7010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2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2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349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2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2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2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27" name="Table 344"/>
          <p:cNvGraphicFramePr>
            <a:graphicFrameLocks noGrp="1"/>
          </p:cNvGraphicFramePr>
          <p:nvPr>
            <p:ph type="tbl" idx="2"/>
          </p:nvPr>
        </p:nvGraphicFramePr>
        <p:xfrm>
          <a:off x="1874520" y="1930400"/>
          <a:ext cy="4064000" cx="53949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628015"/>
                <a:gridCol w="1896110"/>
                <a:gridCol w="973455"/>
              </a:tblGrid>
              <a:tr h="381000">
                <a:tc gridSpan="8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2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2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3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3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3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33" name="Table 345"/>
          <p:cNvGraphicFramePr>
            <a:graphicFrameLocks noGrp="1"/>
          </p:cNvGraphicFramePr>
          <p:nvPr>
            <p:ph type="tbl" idx="2"/>
          </p:nvPr>
        </p:nvGraphicFramePr>
        <p:xfrm>
          <a:off x="252730" y="1930400"/>
          <a:ext cy="3048000" cx="863790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628015"/>
                <a:gridCol w="1896110"/>
                <a:gridCol w="952500"/>
                <a:gridCol w="1191260"/>
                <a:gridCol w="965835"/>
                <a:gridCol w="110680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0.0858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0.5240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4.8593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0.1920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0.3106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0.3823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3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3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3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3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3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39" name="Table 346"/>
          <p:cNvGraphicFramePr>
            <a:graphicFrameLocks noGrp="1"/>
          </p:cNvGraphicFramePr>
          <p:nvPr>
            <p:ph type="tbl" idx="2"/>
          </p:nvPr>
        </p:nvGraphicFramePr>
        <p:xfrm>
          <a:off x="1874520" y="1930400"/>
          <a:ext cy="3048000" cx="53949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897380"/>
                <a:gridCol w="628015"/>
                <a:gridCol w="1896110"/>
                <a:gridCol w="973455"/>
              </a:tblGrid>
              <a:tr h="381000">
                <a:tc gridSpan="8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0.4685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0.0275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0.5364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4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4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4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4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 SBP DBP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Smoking 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4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45" name="Table 347"/>
          <p:cNvGraphicFramePr>
            <a:graphicFrameLocks noGrp="1"/>
          </p:cNvGraphicFramePr>
          <p:nvPr>
            <p:ph type="tbl" idx="2"/>
          </p:nvPr>
        </p:nvGraphicFramePr>
        <p:xfrm>
          <a:off x="527050" y="1930400"/>
          <a:ext cy="4064000" cx="808990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124835"/>
                <a:gridCol w="2362835"/>
                <a:gridCol w="952500"/>
                <a:gridCol w="824865"/>
                <a:gridCol w="8248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优比估计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点估计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1.471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2.691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1.212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2.227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4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4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4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4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50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51" name="Table 348"/>
          <p:cNvGraphicFramePr>
            <a:graphicFrameLocks noGrp="1"/>
          </p:cNvGraphicFramePr>
          <p:nvPr>
            <p:ph type="tbl" idx="2"/>
          </p:nvPr>
        </p:nvGraphicFramePr>
        <p:xfrm>
          <a:off x="2285365" y="2463800"/>
          <a:ext cy="2286000" cx="45732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60500"/>
                <a:gridCol w="3112770"/>
              </a:tblGrid>
              <a:tr h="381000"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数据集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WORK.ANALYSIS_DATA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响应变量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响应水平数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二元 Logit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优化方法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Fisher 评分法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5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5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5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5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56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57" name="Table 349"/>
          <p:cNvGraphicFramePr>
            <a:graphicFrameLocks noGrp="1"/>
          </p:cNvGraphicFramePr>
          <p:nvPr>
            <p:ph type="tbl" idx="2"/>
          </p:nvPr>
        </p:nvGraphicFramePr>
        <p:xfrm>
          <a:off x="3337560" y="24638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5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5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6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6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62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63" name="Table 350"/>
          <p:cNvGraphicFramePr>
            <a:graphicFrameLocks noGrp="1"/>
          </p:cNvGraphicFramePr>
          <p:nvPr>
            <p:ph type="tbl" idx="2"/>
          </p:nvPr>
        </p:nvGraphicFramePr>
        <p:xfrm>
          <a:off x="3157220" y="2463800"/>
          <a:ext cy="1778000" cx="28295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698500"/>
                <a:gridCol w="1432560"/>
                <a:gridCol w="698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响应概略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有序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HBPStatus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总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频数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64" name="Proc Note 1"/>
          <p:cNvSpPr txBox="1">
            <a:spLocks noGrp="1"/>
          </p:cNvSpPr>
          <p:nvPr/>
        </p:nvSpPr>
        <p:spPr>
          <a:xfrm>
            <a:off y="4305300" x="2589530"/>
            <a:ext cy="381000" cx="396494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建模的概率为 HBPStatus='Yes'。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6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6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6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69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70" name="Table 351"/>
          <p:cNvGraphicFramePr>
            <a:graphicFrameLocks noGrp="1"/>
          </p:cNvGraphicFramePr>
          <p:nvPr>
            <p:ph type="tbl" idx="2"/>
          </p:nvPr>
        </p:nvGraphicFramePr>
        <p:xfrm>
          <a:off x="1746885" y="2463800"/>
          <a:ext cy="3810000" cx="5650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2362835"/>
                <a:gridCol w="666750"/>
                <a:gridCol w="66675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设计变量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7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7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7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7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75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76" name="Table 352"/>
          <p:cNvGraphicFramePr>
            <a:graphicFrameLocks noGrp="1"/>
          </p:cNvGraphicFramePr>
          <p:nvPr>
            <p:ph type="tbl" idx="2"/>
          </p:nvPr>
        </p:nvGraphicFramePr>
        <p:xfrm>
          <a:off x="1746885" y="2463800"/>
          <a:ext cy="3048000" cx="5650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2362835"/>
                <a:gridCol w="666750"/>
                <a:gridCol w="666750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设计变量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7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7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7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8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81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82" name="Table 353"/>
          <p:cNvGraphicFramePr>
            <a:graphicFrameLocks noGrp="1"/>
          </p:cNvGraphicFramePr>
          <p:nvPr>
            <p:ph type="tbl" idx="2"/>
          </p:nvPr>
        </p:nvGraphicFramePr>
        <p:xfrm>
          <a:off x="2660015" y="2463800"/>
          <a:ext cy="762000" cx="38239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823970"/>
              </a:tblGrid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模型收敛状态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满足收敛准则 (GCONV=1E-8)。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8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8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359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8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8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87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88" name="Table 354"/>
          <p:cNvGraphicFramePr>
            <a:graphicFrameLocks noGrp="1"/>
          </p:cNvGraphicFramePr>
          <p:nvPr>
            <p:ph type="tbl" idx="2"/>
          </p:nvPr>
        </p:nvGraphicFramePr>
        <p:xfrm>
          <a:off x="2530475" y="2463800"/>
          <a:ext cy="1905000" cx="40830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120775"/>
                <a:gridCol w="1247775"/>
                <a:gridCol w="1714500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模型拟合统计量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准则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仅截距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截距和协变量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AIC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1906.215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1771.193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1911.514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1829.483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-2 Log 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1904.215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1749.193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8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9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9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9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93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1994" name="Table 355"/>
          <p:cNvGraphicFramePr>
            <a:graphicFrameLocks noGrp="1"/>
          </p:cNvGraphicFramePr>
          <p:nvPr>
            <p:ph type="tbl" idx="2"/>
          </p:nvPr>
        </p:nvGraphicFramePr>
        <p:xfrm>
          <a:off x="2508885" y="2463800"/>
          <a:ext cy="2159000" cx="412623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952500"/>
                <a:gridCol w="1247775"/>
                <a:gridCol w="952500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检验全局原假设: BETA=0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检验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似然比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155.0221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评分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152.9135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Wald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134.3565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9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99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99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9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1999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00" name="Table 356"/>
          <p:cNvGraphicFramePr>
            <a:graphicFrameLocks noGrp="1"/>
          </p:cNvGraphicFramePr>
          <p:nvPr>
            <p:ph type="tbl" idx="2"/>
          </p:nvPr>
        </p:nvGraphicFramePr>
        <p:xfrm>
          <a:off x="2078355" y="2463800"/>
          <a:ext cy="3302000" cx="49866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952500"/>
                <a:gridCol w="1106805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3 型效应分析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16.0704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38.2495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5.2355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4.2621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54.6835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0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0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0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0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05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06" name="Table 357"/>
          <p:cNvGraphicFramePr>
            <a:graphicFrameLocks noGrp="1"/>
          </p:cNvGraphicFramePr>
          <p:nvPr>
            <p:ph type="tbl" idx="2"/>
          </p:nvPr>
        </p:nvGraphicFramePr>
        <p:xfrm>
          <a:off x="2078355" y="2463800"/>
          <a:ext cy="1778000" cx="49866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952500"/>
                <a:gridCol w="1106805"/>
                <a:gridCol w="97345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3 型效应分析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0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0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0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1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11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12" name="Table 358"/>
          <p:cNvGraphicFramePr>
            <a:graphicFrameLocks noGrp="1"/>
          </p:cNvGraphicFramePr>
          <p:nvPr>
            <p:ph type="tbl" idx="2"/>
          </p:nvPr>
        </p:nvGraphicFramePr>
        <p:xfrm>
          <a:off x="257175" y="2463800"/>
          <a:ext cy="3810000" cx="862901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1626235"/>
                <a:gridCol w="952500"/>
                <a:gridCol w="1050290"/>
                <a:gridCol w="965835"/>
                <a:gridCol w="1106805"/>
                <a:gridCol w="97345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Intercept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-4.9457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0.5774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73.3627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16.0704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0.7314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18.4049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1.1392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25.2432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-0.2925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0.1278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5.2355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0.0221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-0.0109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0.9605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1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1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1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1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17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18" name="Table 359"/>
          <p:cNvGraphicFramePr>
            <a:graphicFrameLocks noGrp="1"/>
          </p:cNvGraphicFramePr>
          <p:nvPr>
            <p:ph type="tbl" idx="2"/>
          </p:nvPr>
        </p:nvGraphicFramePr>
        <p:xfrm>
          <a:off x="257175" y="2463800"/>
          <a:ext cy="3429000" cx="862901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953895"/>
                <a:gridCol w="1626235"/>
                <a:gridCol w="952500"/>
                <a:gridCol w="1050290"/>
                <a:gridCol w="965835"/>
                <a:gridCol w="1106805"/>
                <a:gridCol w="97345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最大似然估计分析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参数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 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卡方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-0.0931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0.2248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Well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-0.5617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4.1836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0.4487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0.0607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54.6835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0.1593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0.2651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0.3608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0.5481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Yes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-0.1145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0.6568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0.4177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1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2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2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2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23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24" name="Table 360"/>
          <p:cNvGraphicFramePr>
            <a:graphicFrameLocks noGrp="1"/>
          </p:cNvGraphicFramePr>
          <p:nvPr>
            <p:ph type="tbl" idx="2"/>
          </p:nvPr>
        </p:nvGraphicFramePr>
        <p:xfrm>
          <a:off x="693420" y="2463800"/>
          <a:ext cy="3683000" cx="77571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5154930"/>
                <a:gridCol w="952500"/>
                <a:gridCol w="824865"/>
                <a:gridCol w="82486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优比估计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点估计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1.096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1.307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     Above Normal     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2.078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     Well Above Normal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3.124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2.003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4.872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gender          Male vs Female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0.959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SmokingStatus  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0.989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0.642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1.525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            Above Normal     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1.415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gluc            Well Above Normal vs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0.977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2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2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2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2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29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30" name="Table 361"/>
          <p:cNvGraphicFramePr>
            <a:graphicFrameLocks noGrp="1"/>
          </p:cNvGraphicFramePr>
          <p:nvPr>
            <p:ph type="tbl" idx="2"/>
          </p:nvPr>
        </p:nvGraphicFramePr>
        <p:xfrm>
          <a:off x="693420" y="2463800"/>
          <a:ext cy="2159000" cx="775716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5154930"/>
                <a:gridCol w="952500"/>
                <a:gridCol w="824865"/>
                <a:gridCol w="82486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优比估计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效应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点估计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95% Wald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1.764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AlcoholDrinking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1.972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active          Yes vs No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0.892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3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3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3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3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35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“LOGISTIC”过程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36" name="Table 362"/>
          <p:cNvGraphicFramePr>
            <a:graphicFrameLocks noGrp="1"/>
          </p:cNvGraphicFramePr>
          <p:nvPr>
            <p:ph type="tbl" idx="2"/>
          </p:nvPr>
        </p:nvGraphicFramePr>
        <p:xfrm>
          <a:off x="1576705" y="2463800"/>
          <a:ext cy="1905000" cx="599059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2730500"/>
                <a:gridCol w="1036320"/>
                <a:gridCol w="1318895"/>
                <a:gridCol w="904875"/>
              </a:tblGrid>
              <a:tr h="381000">
                <a:tc gridSpan="4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预测概率和观测响应的关联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一致部分所占百分比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69.5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Somers D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不一致部分所占百分比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30.5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Gamma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结值百分比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Tau-a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对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493730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0.695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41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42" name="Table 363"/>
          <p:cNvGraphicFramePr>
            <a:graphicFrameLocks noGrp="1"/>
          </p:cNvGraphicFramePr>
          <p:nvPr>
            <p:ph type="tbl" idx="2"/>
          </p:nvPr>
        </p:nvGraphicFramePr>
        <p:xfrm>
          <a:off x="1240155" y="2463800"/>
          <a:ext cy="1143000" cx="66630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30350"/>
                <a:gridCol w="698500"/>
                <a:gridCol w="44342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41-45 46-50 51-55 56-60 61-65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4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4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369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4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4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47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48" name="Table 364"/>
          <p:cNvGraphicFramePr>
            <a:graphicFrameLocks noGrp="1"/>
          </p:cNvGraphicFramePr>
          <p:nvPr>
            <p:ph type="tbl" idx="2"/>
          </p:nvPr>
        </p:nvGraphicFramePr>
        <p:xfrm>
          <a:off x="3337560" y="24638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4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5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5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52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53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54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55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56" name="Table 365"/>
          <p:cNvGraphicFramePr>
            <a:graphicFrameLocks noGrp="1"/>
          </p:cNvGraphicFramePr>
          <p:nvPr>
            <p:ph type="tbl" idx="2"/>
          </p:nvPr>
        </p:nvGraphicFramePr>
        <p:xfrm>
          <a:off x="1063625" y="2971800"/>
          <a:ext cy="1524000" cx="70167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38874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16755.0527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3351.0105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381975.3949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259.3180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398730.4476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5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5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5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6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61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62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63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64" name="Table 366"/>
          <p:cNvGraphicFramePr>
            <a:graphicFrameLocks noGrp="1"/>
          </p:cNvGraphicFramePr>
          <p:nvPr>
            <p:ph type="tbl" idx="2"/>
          </p:nvPr>
        </p:nvGraphicFramePr>
        <p:xfrm>
          <a:off x="1955165" y="2971800"/>
          <a:ext cy="762000" cx="52336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7762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0.042021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12.71195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16.10335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65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66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67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68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69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70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71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72" name="Table 367"/>
          <p:cNvGraphicFramePr>
            <a:graphicFrameLocks noGrp="1"/>
          </p:cNvGraphicFramePr>
          <p:nvPr>
            <p:ph type="tbl" idx="2"/>
          </p:nvPr>
        </p:nvGraphicFramePr>
        <p:xfrm>
          <a:off x="831215" y="2971800"/>
          <a:ext cy="762000" cx="74815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530350"/>
                <a:gridCol w="952500"/>
                <a:gridCol w="1670685"/>
                <a:gridCol w="152971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Age_Range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16755.05268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3351.01054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7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7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7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7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77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78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79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080" title="“Age_Range-SBP”的分布" name="BoxPlot94.png" descr="“Age_Range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971800" x="2338070"/>
            <a:ext cy="3352800" cx="4467860"/>
          </a:xfrm>
          <a:prstGeom prst="rect">
            <a:avLst/>
          </a:prstGeom>
        </p:spPr>
      </p:pic>
      <p:sp>
        <p:nvSpPr>
          <p:cNvPr id="208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8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8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8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85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086" title="“Age_Range-SBP”的分布" name="BoxPlot95.png" descr="“Age_Range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63800" x="1999615"/>
            <a:ext cy="3858260" cx="5144770"/>
          </a:xfrm>
          <a:prstGeom prst="rect">
            <a:avLst/>
          </a:prstGeom>
        </p:spPr>
      </p:pic>
      <p:sp>
        <p:nvSpPr>
          <p:cNvPr id="208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8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8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9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091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92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93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94" name="Proc Note 1"/>
          <p:cNvSpPr txBox="1">
            <a:spLocks noGrp="1"/>
          </p:cNvSpPr>
          <p:nvPr/>
        </p:nvSpPr>
        <p:spPr>
          <a:xfrm>
            <a:off y="29718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095" name="Table 368"/>
          <p:cNvGraphicFramePr>
            <a:graphicFrameLocks noGrp="1"/>
          </p:cNvGraphicFramePr>
          <p:nvPr>
            <p:ph type="tbl" idx="2"/>
          </p:nvPr>
        </p:nvGraphicFramePr>
        <p:xfrm>
          <a:off x="1920240" y="3416300"/>
          <a:ext cy="1524000" cx="530288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10680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259.318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4.03541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09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09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09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09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00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01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02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03" name="Table 369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61-65 - 56-60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61-65 - 51-55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61-65 - 46-50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61-65 - 41-45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14.922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61-65 -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11.584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19.467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0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0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0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0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08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09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10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11" name="Table 370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56-60 - 61-65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-2.216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-5.924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1.493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56-60 - 51-55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56-60 - 46-50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56-60 - 41-45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8.354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56-60 -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17.108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1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1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1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1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16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17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18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19" name="Table 371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51-55 - 61-65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-4.208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-0.514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51-55 - 56-60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-1.992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-5.368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51-55 - 46-50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51-55 - 41-45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51-55 -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15.108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2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2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379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2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2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24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25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26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27" name="Table 372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46-50 - 61-65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-5.902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-9.991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-1.813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46-50 - 56-60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-3.686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-7.491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0.119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46-50 - 51-55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-1.694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-5.485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2.097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46-50 - 41-45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46-50 -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2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2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3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3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32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33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34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35" name="Table 373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41-45 - 61-65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-10.570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-14.922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-6.218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41-45 - 56-60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-8.354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-12.440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-4.269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41-45 - 51-55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-6.362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-10.435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-2.290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41-45 - 46-50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-4.668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-9.103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-0.234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41-45 - &lt;= 40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3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3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3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3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7272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&amp; Age, cholesterol,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Gender, SmokingStatus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40" name="Proc Title 1"/>
          <p:cNvSpPr txBox="1">
            <a:spLocks noGrp="1"/>
          </p:cNvSpPr>
          <p:nvPr/>
        </p:nvSpPr>
        <p:spPr>
          <a:xfrm>
            <a:off y="2019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41" name="Proc Title 2"/>
          <p:cNvSpPr txBox="1">
            <a:spLocks noGrp="1"/>
          </p:cNvSpPr>
          <p:nvPr/>
        </p:nvSpPr>
        <p:spPr>
          <a:xfrm>
            <a:off y="24003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42" name="Proc Title 3"/>
          <p:cNvSpPr txBox="1">
            <a:spLocks noGrp="1"/>
          </p:cNvSpPr>
          <p:nvPr/>
        </p:nvSpPr>
        <p:spPr>
          <a:xfrm>
            <a:off y="25273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43" name="Table 374"/>
          <p:cNvGraphicFramePr>
            <a:graphicFrameLocks noGrp="1"/>
          </p:cNvGraphicFramePr>
          <p:nvPr>
            <p:ph type="tbl" idx="2"/>
          </p:nvPr>
        </p:nvGraphicFramePr>
        <p:xfrm>
          <a:off x="571500" y="2971800"/>
          <a:ext cy="3175000" cx="800036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3865"/>
                <a:gridCol w="1510030"/>
                <a:gridCol w="1633220"/>
                <a:gridCol w="1632585"/>
                <a:gridCol w="151066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Age_Range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 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&lt;= 40 - 61-65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-11.584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-19.467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-3.701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&lt;= 40 - 56-60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-9.369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-17.108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-1.630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&lt;= 40 - 51-55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-7.376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-15.108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0.356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&lt;= 40 - 46-50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-5.682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-13.611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2.246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&lt;= 40 - 41-45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-1.014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-9.081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7.053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4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4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4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4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4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49" name="Table 375"/>
          <p:cNvGraphicFramePr>
            <a:graphicFrameLocks noGrp="1"/>
          </p:cNvGraphicFramePr>
          <p:nvPr>
            <p:ph type="tbl" idx="2"/>
          </p:nvPr>
        </p:nvGraphicFramePr>
        <p:xfrm>
          <a:off x="1049020" y="1930400"/>
          <a:ext cy="1143000" cx="704532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698500"/>
                <a:gridCol w="4929505"/>
              </a:tblGrid>
              <a:tr h="381000">
                <a:tc gridSpan="3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分类水平信息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分类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水平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Above Normal Normal Well 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5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5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5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5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5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55" name="Table 376"/>
          <p:cNvGraphicFramePr>
            <a:graphicFrameLocks noGrp="1"/>
          </p:cNvGraphicFramePr>
          <p:nvPr>
            <p:ph type="tbl" idx="2"/>
          </p:nvPr>
        </p:nvGraphicFramePr>
        <p:xfrm>
          <a:off x="3337560" y="1930400"/>
          <a:ext cy="762000" cx="246888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714500"/>
                <a:gridCol w="754380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读取的观测数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使用的观测数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56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57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58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59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60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61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62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63" name="Table 377"/>
          <p:cNvGraphicFramePr>
            <a:graphicFrameLocks noGrp="1"/>
          </p:cNvGraphicFramePr>
          <p:nvPr>
            <p:ph type="tbl" idx="2"/>
          </p:nvPr>
        </p:nvGraphicFramePr>
        <p:xfrm>
          <a:off x="1063625" y="2438400"/>
          <a:ext cy="1524000" cx="701675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06500"/>
                <a:gridCol w="952500"/>
                <a:gridCol w="1670685"/>
                <a:gridCol w="138874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平方和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模型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19919.9133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9959.9566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误差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378810.5343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256.6467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校正合计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398730.4476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6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6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6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6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6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6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7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71" name="Table 378"/>
          <p:cNvGraphicFramePr>
            <a:graphicFrameLocks noGrp="1"/>
          </p:cNvGraphicFramePr>
          <p:nvPr>
            <p:ph type="tbl" idx="2"/>
          </p:nvPr>
        </p:nvGraphicFramePr>
        <p:xfrm>
          <a:off x="1955165" y="2438400"/>
          <a:ext cy="762000" cx="523367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247775"/>
                <a:gridCol w="1247775"/>
                <a:gridCol w="1460500"/>
                <a:gridCol w="1277620"/>
              </a:tblGrid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R 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变异系数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均方根误差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 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0.049958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12.64631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16.02020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126.6788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72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73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74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75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76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77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78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179" name="Table 379"/>
          <p:cNvGraphicFramePr>
            <a:graphicFrameLocks noGrp="1"/>
          </p:cNvGraphicFramePr>
          <p:nvPr>
            <p:ph type="tbl" idx="2"/>
          </p:nvPr>
        </p:nvGraphicFramePr>
        <p:xfrm>
          <a:off x="887730" y="2438400"/>
          <a:ext cy="762000" cx="736854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417320"/>
                <a:gridCol w="952500"/>
                <a:gridCol w="1670685"/>
                <a:gridCol w="1529715"/>
                <a:gridCol w="824865"/>
                <a:gridCol w="97345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自由度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Anova SS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均方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F 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Pr &gt; F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cholesterol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19919.91330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9959.95665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38.81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80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81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82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83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84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85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86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因变量: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187" title="“cholesterol-SBP”的分布" name="BoxPlot96.png" descr="“cholesterol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438400" x="1981200"/>
            <a:ext cy="3883025" cx="5181600"/>
          </a:xfrm>
          <a:prstGeom prst="rect">
            <a:avLst/>
          </a:prstGeom>
        </p:spPr>
      </p:pic>
      <p:sp>
        <p:nvSpPr>
          <p:cNvPr id="2188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89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90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91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92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pic>
        <p:nvPicPr>
          <p:cNvPr id="2193" title="“cholesterol-SBP”的分布" name="BoxPlot97.png" descr="“cholesterol-SBP”的分布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1930400" x="1691640"/>
            <a:ext cy="4321810" cx="5760720"/>
          </a:xfrm>
          <a:prstGeom prst="rect">
            <a:avLst/>
          </a:prstGeom>
        </p:spPr>
      </p:pic>
      <p:sp>
        <p:nvSpPr>
          <p:cNvPr id="2194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95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389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196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197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198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199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00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01" name="Proc Note 1"/>
          <p:cNvSpPr txBox="1">
            <a:spLocks noGrp="1"/>
          </p:cNvSpPr>
          <p:nvPr/>
        </p:nvSpPr>
        <p:spPr>
          <a:xfrm>
            <a:off y="2438400" x="927100"/>
            <a:ext cy="381000" cx="7289800"/>
          </a:xfrm>
          <a:prstGeom prst="rect">
            <a:avLst/>
          </a:prstGeom>
          <a:solidFill>
            <a:srgbClr val="000000">
              <a:alpha val="0"/>
            </a:srgbClr>
          </a:solidFill>
        </p:spPr>
        <p:txBody>
          <a:bodyPr/>
          <a:lstStyle/>
          <a:p>
            <a:pPr algn="ctr"/>
            <a:r>
              <a:rPr b="1"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NOTE:</a:t>
            </a:r>
            <a:r>
              <a:rPr lang="zh-CN" smtClean="0"/>
              <a:t> </a:t>
            </a:r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This test controls the Type I experimentwise error rate.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02" name="Table 380"/>
          <p:cNvGraphicFramePr>
            <a:graphicFrameLocks noGrp="1"/>
          </p:cNvGraphicFramePr>
          <p:nvPr>
            <p:ph type="tbl" idx="2"/>
          </p:nvPr>
        </p:nvGraphicFramePr>
        <p:xfrm>
          <a:off x="1849755" y="2882900"/>
          <a:ext cy="1524000" cx="544385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4196080"/>
                <a:gridCol w="124777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Alpha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0.05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Degrees of Freedom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Error Mean Square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256.6467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Critical Value of Studentized Range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3.31785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0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0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390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0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0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07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08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09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10" name="Table 381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3556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270885"/>
                <a:gridCol w="1378585"/>
                <a:gridCol w="1450975"/>
                <a:gridCol w="1415415"/>
                <a:gridCol w="111061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2.7729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-1.2585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6.8043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Well Above Normal -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10.0330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6.7849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13.2811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-2.7729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-6.8043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1.2585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Above Normal      -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7.2601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4.3938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11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12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391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1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1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11938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Relation analysis between</a:t>
            </a:r>
            <a:br>
              <a:rPr lang="zh-CN" smtClean="0"/>
            </a:br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Cholesterol level &amp; SBP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15" name="Proc Title 1"/>
          <p:cNvSpPr txBox="1">
            <a:spLocks noGrp="1"/>
          </p:cNvSpPr>
          <p:nvPr/>
        </p:nvSpPr>
        <p:spPr>
          <a:xfrm>
            <a:off y="1485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ANOVA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16" name="Proc Title 2"/>
          <p:cNvSpPr txBox="1">
            <a:spLocks noGrp="1"/>
          </p:cNvSpPr>
          <p:nvPr/>
        </p:nvSpPr>
        <p:spPr>
          <a:xfrm>
            <a:off y="1866900" x="228600"/>
            <a:ext cy="127000" cx="8686800"/>
          </a:xfrm>
          <a:prstGeom prst="rect">
            <a:avLst/>
          </a:prstGeom>
        </p:spPr>
        <p:txBody>
          <a:bodyPr/>
          <a:lstStyle/>
          <a:p>
            <a:pPr algn="ctr"/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17" name="Proc Title 3"/>
          <p:cNvSpPr txBox="1">
            <a:spLocks noGrp="1"/>
          </p:cNvSpPr>
          <p:nvPr/>
        </p:nvSpPr>
        <p:spPr>
          <a:xfrm>
            <a:off y="19939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Tukey's Studentized Range (HSD) Test for SBP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18" name="Table 382"/>
          <p:cNvGraphicFramePr>
            <a:graphicFrameLocks noGrp="1"/>
          </p:cNvGraphicFramePr>
          <p:nvPr>
            <p:ph type="tbl" idx="2"/>
          </p:nvPr>
        </p:nvGraphicFramePr>
        <p:xfrm>
          <a:off x="258445" y="2438400"/>
          <a:ext cy="2540000" cx="86264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3270885"/>
                <a:gridCol w="1378585"/>
                <a:gridCol w="1450975"/>
                <a:gridCol w="1415415"/>
                <a:gridCol w="1110615"/>
              </a:tblGrid>
              <a:tr h="381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Comparisons significant at the 0.05 level are indicated by ***.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889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cholesterol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比较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间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差值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Simultaneous 95%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置信限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Well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Above 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-10.0330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-13.2811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-6.7849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Normal            - Above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Normal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-7.2601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-10.1263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-4.3938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***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1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2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392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21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pic>
        <p:nvPicPr>
          <p:cNvPr id="2222" title="SGPlot 过程" name="SGPlot87.png" descr="SGPlot 过程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28600" x="1691640"/>
            <a:ext cy="4321810" cx="5760720"/>
          </a:xfrm>
          <a:prstGeom prst="rect">
            <a:avLst/>
          </a:prstGeom>
        </p:spPr>
      </p:pic>
      <p:sp>
        <p:nvSpPr>
          <p:cNvPr id="2223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24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393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2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pic>
        <p:nvPicPr>
          <p:cNvPr id="2226" title="SGPlot 过程" name="SGPlot88.png" descr="SGPlot 过程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28600" x="1691640"/>
            <a:ext cy="4321810" cx="5760720"/>
          </a:xfrm>
          <a:prstGeom prst="rect">
            <a:avLst/>
          </a:prstGeom>
        </p:spPr>
      </p:pic>
      <p:sp>
        <p:nvSpPr>
          <p:cNvPr id="2227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28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394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2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pic>
        <p:nvPicPr>
          <p:cNvPr id="2230" title="SGPlot 过程" name="SGPlot89.png" descr="SGPlot 过程"/>
          <p:cNvPicPr>
            <a:picLocks noChangeAspect="1"/>
          </p:cNvPicPr>
          <p:nvPr/>
        </p:nvPicPr>
        <p:blipFill rotWithShape="1">
          <a:blip r:embed="rId2"/>
          <a:stretch>
            <a:fillRect/>
          </a:stretch>
        </p:blipFill>
        <p:spPr>
          <a:xfrm>
            <a:off y="228600" x="1691640"/>
            <a:ext cy="4321810" cx="5760720"/>
          </a:xfrm>
          <a:prstGeom prst="rect">
            <a:avLst/>
          </a:prstGeom>
        </p:spPr>
      </p:pic>
      <p:sp>
        <p:nvSpPr>
          <p:cNvPr id="2231" name="Date Placeholder 1"/>
          <p:cNvSpPr>
            <a:spLocks noGrp="1"/>
          </p:cNvSpPr>
          <p:nvPr>
            <p:ph idx="2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32" name="Slide Number Placeholder 1"/>
          <p:cNvSpPr>
            <a:spLocks noGrp="1"/>
          </p:cNvSpPr>
          <p:nvPr>
            <p:ph idx="3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33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34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Scatter Plot of Age and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35" name="Proc Title 1"/>
          <p:cNvSpPr txBox="1">
            <a:spLocks noGrp="1"/>
          </p:cNvSpPr>
          <p:nvPr/>
        </p:nvSpPr>
        <p:spPr>
          <a:xfrm>
            <a:off y="9525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36" name="Table 383"/>
          <p:cNvGraphicFramePr>
            <a:graphicFrameLocks noGrp="1"/>
          </p:cNvGraphicFramePr>
          <p:nvPr>
            <p:ph type="tbl" idx="2"/>
          </p:nvPr>
        </p:nvGraphicFramePr>
        <p:xfrm>
          <a:off x="2364105" y="1397000"/>
          <a:ext cy="381000" cx="4415790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1050925"/>
                <a:gridCol w="3364865"/>
              </a:tblGrid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4  变量: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      BMI      SBP      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37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38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396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39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40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Scatter Plot of Age and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41" name="Proc Title 1"/>
          <p:cNvSpPr txBox="1">
            <a:spLocks noGrp="1"/>
          </p:cNvSpPr>
          <p:nvPr/>
        </p:nvSpPr>
        <p:spPr>
          <a:xfrm>
            <a:off y="9525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42" name="Table 384"/>
          <p:cNvGraphicFramePr>
            <a:graphicFrameLocks noGrp="1"/>
          </p:cNvGraphicFramePr>
          <p:nvPr>
            <p:ph type="tbl" idx="2"/>
          </p:nvPr>
        </p:nvGraphicFramePr>
        <p:xfrm>
          <a:off x="1035685" y="1397000"/>
          <a:ext cy="2286000" cx="707199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13105"/>
                <a:gridCol w="754380"/>
                <a:gridCol w="1247775"/>
                <a:gridCol w="1106805"/>
                <a:gridCol w="895350"/>
                <a:gridCol w="1106805"/>
                <a:gridCol w="1247775"/>
              </a:tblGrid>
              <a:tr h="381000">
                <a:tc gridSpan="7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简单统计量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变量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数目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均值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标准差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总和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最小值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最大值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10.60973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1.35025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15692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7.84986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12.95123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5.43430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1.01224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8037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2.97200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12.50000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12.66788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1.64249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18736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9.00000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21.00000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1479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8.12826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0.91946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12022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5.00000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13.00000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43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44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397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2245" name="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246" name="Title 1"/>
          <p:cNvSpPr>
            <a:spLocks noGrp="1"/>
          </p:cNvSpPr>
          <p:nvPr>
            <p:ph idx="1" type="title"/>
          </p:nvPr>
        </p:nvSpPr>
        <p:spPr>
          <a:xfrm>
            <a:off y="228600" x="228600"/>
            <a:ext cy="660400" cx="8686800"/>
          </a:xfrm>
        </p:spPr>
        <p:txBody>
          <a:bodyPr/>
          <a:lstStyle/>
          <a:p>
            <a:pPr algn="ctr"/>
            <a:r>
              <a:rPr smtClean="0" dirty="0" sz="4200" lang="zh-CN">
                <a:solidFill>
                  <a:schemeClr val="tx1"/>
                </a:solidFill>
                <a:latin typeface="+mj-lt"/>
                <a:ea typeface="+mj-ea"/>
              </a:rPr>
              <a:t>Scatter Plot of Age and BMI</a:t>
            </a:r>
            <a:endParaRPr lang="zh-CN" dirty="0">
              <a:solidFill>
                <a:schemeClr val="tx1"/>
              </a:solidFill>
              <a:latin typeface="+mj-lt"/>
              <a:ea typeface="+mj-ea"/>
            </a:endParaRPr>
          </a:p>
        </p:txBody>
      </p:sp>
      <p:sp>
        <p:nvSpPr>
          <p:cNvPr id="2247" name="Proc Title 1"/>
          <p:cNvSpPr txBox="1">
            <a:spLocks noGrp="1"/>
          </p:cNvSpPr>
          <p:nvPr/>
        </p:nvSpPr>
        <p:spPr>
          <a:xfrm>
            <a:off y="952500" x="228600"/>
            <a:ext cy="381000" cx="8686800"/>
          </a:xfrm>
          <a:prstGeom prst="rect">
            <a:avLst/>
          </a:prstGeom>
        </p:spPr>
        <p:txBody>
          <a:bodyPr/>
          <a:lstStyle/>
          <a:p>
            <a:pPr algn="ctr"/>
            <a:r>
              <a:rPr smtClean="0" dirty="0" sz="2000" lang="zh-CN">
                <a:solidFill>
                  <a:schemeClr val="tx1"/>
                </a:solidFill>
                <a:latin typeface="+mn-lt"/>
                <a:ea typeface="+mn-ea"/>
              </a:rPr>
              <a:t>CORR 过程</a:t>
            </a:r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graphicFrame>
        <p:nvGraphicFramePr>
          <p:cNvPr id="2248" name="Table 385"/>
          <p:cNvGraphicFramePr>
            <a:graphicFrameLocks noGrp="1"/>
          </p:cNvGraphicFramePr>
          <p:nvPr>
            <p:ph type="tbl" idx="2"/>
          </p:nvPr>
        </p:nvGraphicFramePr>
        <p:xfrm>
          <a:off x="1960245" y="1397000"/>
          <a:ext cy="3556000" cx="5222875"/>
        </p:xfrm>
        <a:graphic>
          <a:graphicData uri="http://schemas.openxmlformats.org/drawingml/2006/table">
            <a:tbl>
              <a:tblPr>
                <a:tableStyleId>{935E02C5-3FA1-064C-BB7E-3A9878DD5201}</a:tableStyleId>
              </a:tblPr>
              <a:tblGrid>
                <a:gridCol w="795655"/>
                <a:gridCol w="1106805"/>
                <a:gridCol w="1106805"/>
                <a:gridCol w="1106805"/>
                <a:gridCol w="1106805"/>
              </a:tblGrid>
              <a:tr h="635000">
                <a:tc gridSpan="5">
                  <a:txBody>
                    <a:bodyPr/>
                    <a:lstStyle/>
                    <a:p>
                      <a:pPr algn="ctr"/>
                      <a:r>
                        <a:rPr lang="zh-CN" dirty="0" smtClean="0" sz="2000">
                                    </a:rPr>
                        <a:t>Pearson 相关系数, N = 1479 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Prob &gt; |r|, H0: Rho=0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</a:tr>
              <a:tr h="381000">
                <a:tc>
                  <a:txBody>
                    <a:bodyPr/>
                    <a:lstStyle/>
                    <a:p>
                      <a:pPr algn="ctr"/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 anchor="b">
                    <a:lnL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age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0.13062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0.21713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0.14552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BMI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0.13062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0.25537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SBP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0.21713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0.25537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0.71190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l"/>
                      <a:r>
                        <a:rPr lang="zh-CN" dirty="0" smtClean="0" sz="2000">
                                    </a:rPr>
                        <a:t>DBP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CCC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0.14552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0.21875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0.71190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r>
                        <a:rPr lang="zh-CN" dirty="0" smtClean="0" sz="2000">
                                    </a:rPr>
                        <a:t>&lt;.0001</a:t>
                      </a: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CN" dirty="0" smtClean="0" sz="2000">
                                    </a:rPr>
                        <a:t>1.00000</a:t>
                      </a:r>
                      <a:r>
                        <a:rPr lang="zh-CN" smtClean="0"/>
                        <a:t/>
                      </a:r>
                      <a:br>
                        <a:rPr lang="zh-CN" smtClean="0"/>
                      </a:br>
                      <a:endParaRPr lang="zh-CN" dirty="0"/>
                    </a:p>
                  </a:txBody>
                  <a:tcPr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249" name="Date Placeholder 1"/>
          <p:cNvSpPr>
            <a:spLocks noGrp="1"/>
          </p:cNvSpPr>
          <p:nvPr>
            <p:ph idx="3" type="dt"/>
          </p:nvPr>
        </p:nvSpPr>
        <p:spPr>
          <a:xfrm>
            <a:off y="6388100" x="228600"/>
            <a:ext cy="241300" cx="2171700"/>
          </a:xfrm>
        </p:spPr>
        <p:txBody>
          <a:bodyPr/>
          <a:lstStyle/>
          <a:p>
            <a:pPr algn="l"/>
            <a:fld id="{0F5EA2D7-B48E-1E42-84C8-ACC0C039B5E0}" type="datetime1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Sunday, December 7, 2025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2250" name="Slide Number Placeholder 1"/>
          <p:cNvSpPr>
            <a:spLocks noGrp="1"/>
          </p:cNvSpPr>
          <p:nvPr>
            <p:ph idx="4" type="sldNum"/>
          </p:nvPr>
        </p:nvSpPr>
        <p:spPr>
          <a:xfrm>
            <a:off y="6388100" x="6743700"/>
            <a:ext cy="241300" cx="2171700"/>
          </a:xfrm>
        </p:spPr>
        <p:txBody>
          <a:bodyPr/>
          <a:lstStyle/>
          <a:p>
            <a:pPr algn="r"/>
            <a:fld id="{C4262FA0-3EBC-2744-9BAA-8F8055D6B790}" type="slidenum">
              <a:rPr smtClean="0" dirty="0" sz="900" lang="zh-CN">
                <a:solidFill>
                  <a:schemeClr val="tx1"/>
                </a:solidFill>
                <a:latin typeface="+mn-lt"/>
                <a:ea typeface="+mn-ea"/>
              </a:rPr>
              <a:t>398</a:t>
            </a:fld>
            <a:endParaRPr lang="zh-CN" dirty="0">
              <a:solidFill>
                <a:schemeClr val="tx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DS Light">
  <a:themeElements>
    <a:clrScheme name="ODS Light">
      <a:dk1>
        <a:srgbClr val="000000"/>
      </a:dk1>
      <a:lt1>
        <a:srgbClr val="FFFFFF"/>
      </a:lt1>
      <a:dk2>
        <a:srgbClr val="646464"/>
      </a:dk2>
      <a:lt2>
        <a:srgbClr val="D8D8D8"/>
      </a:lt2>
      <a:accent1>
        <a:srgbClr val="3D5AAE"/>
      </a:accent1>
      <a:accent2>
        <a:srgbClr val="90B328"/>
      </a:accent2>
      <a:accent3>
        <a:srgbClr val="9D2E14"/>
      </a:accent3>
      <a:accent4>
        <a:srgbClr val="F8B93C"/>
      </a:accent4>
      <a:accent5>
        <a:srgbClr val="6590CD"/>
      </a:accent5>
      <a:accent6>
        <a:srgbClr val="5E6C10"/>
      </a:accent6>
      <a:hlink>
        <a:srgbClr val="00709F"/>
      </a:hlink>
      <a:folHlink>
        <a:srgbClr val="7A40A6"/>
      </a:folHlink>
    </a:clrScheme>
    <a:fontScheme name="ODS Light">
      <a:majorFont>
        <a:latin typeface="MYingHei_18030_C-Medium"/>
        <a:ea typeface=""/>
        <a:cs typeface=""/>
        <a:font script="Hans" typeface="MYingHei_18030_C-Medium"/>
      </a:majorFont>
      <a:minorFont>
        <a:latin typeface="MYingHei_18030_C-Medium"/>
        <a:ea typeface=""/>
        <a:cs typeface=""/>
        <a:font script="Hans" typeface="MYingHei_18030_C-Medium"/>
      </a:minorFont>
    </a:fontScheme>
    <a:fmtScheme name="ODS Light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cmpd="sng" algn="ctr" w="9525" cap="flat">
          <a:solidFill>
            <a:schemeClr val="phClr"/>
          </a:solidFill>
          <a:prstDash val="solid"/>
        </a:ln>
        <a:ln cmpd="sng" algn="ctr" w="25400" cap="flat">
          <a:solidFill>
            <a:schemeClr val="phClr"/>
          </a:solidFill>
          <a:prstDash val="solid"/>
        </a:ln>
        <a:ln cmpd="sng" algn="ctr" w="38100" cap="flat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Application>Microsoft Office PowerPoint</Application>
  <PresentationFormat>On-screen Show (4:3)</PresentationFormat>
  <Slides>398</Slides>
  <Notes>0</Notes>
  <HiddenSlides>0</HiddenSlides>
  <MMClips>0</MMClips>
  <ScaleCrop>false</ScaleCrop>
  <HeadingPairs>
    <vt:vector baseType="variant" size="4">
      <vt:variant>
        <vt:lpstr>Theme</vt:lpstr>
      </vt:variant>
      <vt:variant>
        <vt:i4>1</vt:i4>
      </vt:variant>
      <vt:variant>
        <vt:lpstr>Slide Titles</vt:lpstr>
      </vt:variant>
      <vt:variant>
        <vt:i4>398</vt:i4>
      </vt:variant>
    </vt:vector>
  </HeadingPairs>
  <TitlesOfParts>
    <vt:vector baseType="lpstr" size="396">
      <vt:lpstr>ODS Theme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in blood glucose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Age-mean differences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 mean differences in cholesterol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SBP-mean differences in blood glucose levels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cholesterol &amp; Age SBP DBP Smoking 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&amp; Age, cholesterol, Gender, SmokingStatus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Relation analysis between Cholesterol level &amp; SBP</vt:lpstr>
      <vt:lpstr>Scatter Plot of Age and BMI</vt:lpstr>
      <vt:lpstr>Scatter Plot of Age and BMI</vt:lpstr>
      <vt:lpstr>Scatter Plot of Age and BMI</vt:lpstr>
    </vt:vector>
  </TitlesOfParts>
  <LinksUpToDate>false</LinksUpToDate>
  <SharedDoc>false</SharedDoc>
  <HyperlinksChanged>false</HyperlinksChanged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!-- saslongversion 9.04.01M8P02222023 -->
  <!-- syshostinfolong Linux LIN X64 5.14.0-284.30.1.el9_2.x86_64 #1 SMP PREEMPT_DYNAMIC Sat Sep 16 09:55:41 UTC 2023 x86_64 Rocky Linux release 9.2 (Blue Onyx)  -->
  <dc:creator>u64324048</dc:creator>
  <cp:lastModifiedBy>u64324048</cp:lastModifiedBy>
  <cp:revision>1</cp:revision>
  <dcterms:created xsi:type="dcterms:W3CDTF">2025-12-07T11:10:32+00:00</dcterms:created>
  <dcterms:modified xsi:type="dcterms:W3CDTF">2025-12-07T11:10:32+00:00</dcterms:modified>
</cp:coreProperties>
</file>
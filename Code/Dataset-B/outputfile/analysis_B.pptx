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Default Extension="rels" ContentType="application/vnd.openxmlformats-package.relationships+xml"/>
  <Default Extension="xml" ContentType="application/xml"/>
  <Default Extension="png" ContentType="image/png"/>
</Types>
</file>

<file path=_rels/.rels><?xml version="1.0" encoding="UTF-8" standalone="yes"?>
<Relationships xmlns="http://schemas.openxmlformats.org/package/2006/relationships">
   <Relationship Id="rId1" Type="http://schemas.openxmlformats.org/officeDocument/2006/relationships/officeDocument" Target="ppt/presentation.xml"/>
   <Relationship Id="rId2" Type="http://schemas.openxmlformats.org/officeDocument/2006/relationships/extended-properties" Target="docProps/app.xml"/>
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65" r:id="rId13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type="screen4x3" cy="6858000" cx="9144000"/>
  <p:notesSz cy="9144000" cx="6858000"/>
  <p:defaultTextStyle>
    <a:defPPr>
      <a:defRPr lang="zh-CN"/>
    </a:defPPr>
    <a:lvl1pPr algn="l" latinLnBrk="0" eaLnBrk="1" rtl="0" defTabSz="914400" marL="0" hangingPunct="1">
      <a:defRPr kern="1200">
        <a:solidFill>
          <a:schemeClr val="tx1"/>
        </a:solidFill>
        <a:latin typeface="+mn-lt"/>
        <a:ea typeface="+mn-ea"/>
        <a:cs typeface="+mn-cs"/>
      </a:defRPr>
    </a:lvl1pPr>
    <a:lvl2pPr algn="l" latinLnBrk="0" eaLnBrk="1" rtl="0" defTabSz="914400" marL="457200" hangingPunct="1">
      <a:defRPr kern="1200">
        <a:solidFill>
          <a:schemeClr val="tx1"/>
        </a:solidFill>
        <a:latin typeface="+mn-lt"/>
        <a:ea typeface="+mn-ea"/>
        <a:cs typeface="+mn-cs"/>
      </a:defRPr>
    </a:lvl2pPr>
    <a:lvl3pPr algn="l" latinLnBrk="0" eaLnBrk="1" rtl="0" defTabSz="914400" marL="914400" hangingPunct="1">
      <a:defRPr kern="1200">
        <a:solidFill>
          <a:schemeClr val="tx1"/>
        </a:solidFill>
        <a:latin typeface="+mn-lt"/>
        <a:ea typeface="+mn-ea"/>
        <a:cs typeface="+mn-cs"/>
      </a:defRPr>
    </a:lvl3pPr>
    <a:lvl4pPr algn="l" latinLnBrk="0" eaLnBrk="1" rtl="0" defTabSz="914400" marL="1371600" hangingPunct="1">
      <a:defRPr kern="1200">
        <a:solidFill>
          <a:schemeClr val="tx1"/>
        </a:solidFill>
        <a:latin typeface="+mn-lt"/>
        <a:ea typeface="+mn-ea"/>
        <a:cs typeface="+mn-cs"/>
      </a:defRPr>
    </a:lvl4pPr>
    <a:lvl5pPr algn="l" latinLnBrk="0" eaLnBrk="1" rtl="0" defTabSz="914400" marL="1828800" hangingPunct="1">
      <a:defRPr kern="1200">
        <a:solidFill>
          <a:schemeClr val="tx1"/>
        </a:solidFill>
        <a:latin typeface="+mn-lt"/>
        <a:ea typeface="+mn-ea"/>
        <a:cs typeface="+mn-cs"/>
      </a:defRPr>
    </a:lvl5pPr>
    <a:lvl6pPr algn="l" latinLnBrk="0" eaLnBrk="1" rtl="0" defTabSz="914400" marL="2286000" hangingPunct="1">
      <a:defRPr kern="1200">
        <a:solidFill>
          <a:schemeClr val="tx1"/>
        </a:solidFill>
        <a:latin typeface="+mn-lt"/>
        <a:ea typeface="+mn-ea"/>
        <a:cs typeface="+mn-cs"/>
      </a:defRPr>
    </a:lvl6pPr>
    <a:lvl7pPr algn="l" latinLnBrk="0" eaLnBrk="1" rtl="0" defTabSz="914400" marL="2743200" hangingPunct="1">
      <a:defRPr kern="1200">
        <a:solidFill>
          <a:schemeClr val="tx1"/>
        </a:solidFill>
        <a:latin typeface="+mn-lt"/>
        <a:ea typeface="+mn-ea"/>
        <a:cs typeface="+mn-cs"/>
      </a:defRPr>
    </a:lvl7pPr>
    <a:lvl8pPr algn="l" latinLnBrk="0" eaLnBrk="1" rtl="0" defTabSz="914400" marL="3200400" hangingPunct="1">
      <a:defRPr kern="1200">
        <a:solidFill>
          <a:schemeClr val="tx1"/>
        </a:solidFill>
        <a:latin typeface="+mn-lt"/>
        <a:ea typeface="+mn-ea"/>
        <a:cs typeface="+mn-cs"/>
      </a:defRPr>
    </a:lvl8pPr>
    <a:lvl9pPr algn="l" latinLnBrk="0" eaLnBrk="1" rtl="0" defTabSz="914400" marL="3657600" hangingPunct="1">
      <a:defRPr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/>
</file>

<file path=ppt/tableStyles.xml><?xml version="1.0" encoding="utf-8"?>
<a:tblStyleLst xmlns:a="http://schemas.openxmlformats.org/drawingml/2006/main" def="{E7923702-6807-1940-B90F-9F7027B34A79}">
  <a:tblStyle styleId="{E7923702-6807-1940-B90F-9F7027B34A79}" styleName="ODS Style 1">
    <a:wholeTbl>
      <a:tcTxStyle>
        <a:fontRef idx="minor">
          <a:prstClr val="black"/>
        </a:fontRef>
        <a:schemeClr val="tx1"/>
      </a:tcTxStyle>
      <a:tcStyle>
        <a:tcBdr>
          <a:left>
            <a:ln w="6350" cmpd="sng">
              <a:solidFill>
                <a:schemeClr val="bg2"/>
              </a:solidFill>
            </a:ln>
          </a:left>
          <a:right>
            <a:ln w="6350" cmpd="sng">
              <a:solidFill>
                <a:schemeClr val="bg2"/>
              </a:solidFill>
            </a:ln>
          </a:right>
          <a:top>
            <a:ln w="6350" cmpd="sng">
              <a:solidFill>
                <a:schemeClr val="bg2"/>
              </a:solidFill>
            </a:ln>
          </a:top>
          <a:bottom>
            <a:ln w="6350" cmpd="sng">
              <a:solidFill>
                <a:schemeClr val="bg2"/>
              </a:solidFill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 w="12700" cmpd="sng">
              <a:solidFill>
                <a:schemeClr val="bg2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/>
</file>

<file path=ppt/_rels/presentation.xml.rels><?xml version="1.0" encoding="UTF-8" standalone="yes"?>
<Relationships xmlns="http://schemas.openxmlformats.org/package/2006/relationships">
   <Relationship Id="rId1" Type="http://schemas.openxmlformats.org/officeDocument/2006/relationships/slide" Target="slides/slide1.xml"/>
   <Relationship Id="rId2" Type="http://schemas.openxmlformats.org/officeDocument/2006/relationships/slide" Target="slides/slide2.xml"/>
   <Relationship Id="rId3" Type="http://schemas.openxmlformats.org/officeDocument/2006/relationships/slide" Target="slides/slide3.xml"/>
   <Relationship Id="rId4" Type="http://schemas.openxmlformats.org/officeDocument/2006/relationships/slide" Target="slides/slide4.xml"/>
   <Relationship Id="rId5" Type="http://schemas.openxmlformats.org/officeDocument/2006/relationships/slide" Target="slides/slide5.xml"/>
   <Relationship Id="rId6" Type="http://schemas.openxmlformats.org/officeDocument/2006/relationships/slide" Target="slides/slide6.xml"/>
   <Relationship Id="rId7" Type="http://schemas.openxmlformats.org/officeDocument/2006/relationships/slide" Target="slides/slide7.xml"/>
   <Relationship Id="rId8" Type="http://schemas.openxmlformats.org/officeDocument/2006/relationships/slide" Target="slides/slide8.xml"/>
   <Relationship Id="rId9" Type="http://schemas.openxmlformats.org/officeDocument/2006/relationships/viewProps" Target="viewProps.xml"/>
   <Relationship Id="rId10" Type="http://schemas.openxmlformats.org/officeDocument/2006/relationships/presProps" Target="presProps.xml"/>
   <Relationship Id="rId11" Type="http://schemas.openxmlformats.org/officeDocument/2006/relationships/tableStyles" Target="tableStyles.xml"/>
   <Relationship Id="rId12" Type="http://schemas.openxmlformats.org/officeDocument/2006/relationships/theme" Target="theme/theme1.xml"/>
   <Relationship Id="rId13" Type="http://schemas.openxmlformats.org/officeDocument/2006/relationships/slideMaster" Target="slideMasters/slideMaster1.xml"/>
</Relationships>

</file>

<file path=ppt/slideLayouts/_rels/slideLayout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971800" x="1179195"/>
            <a:ext cy="1905000" cx="678561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348535FF-FD1F-1749-AF42-2922AFE20C2A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E9561F-6836-1C41-99F7-589497C3F73D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971800" x="2067560"/>
            <a:ext cy="1905000" cx="500824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348535FF-FD1F-1749-AF42-2922AFE20C2A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E9561F-6836-1C41-99F7-589497C3F73D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971800" x="1048385"/>
            <a:ext cy="1905000" cx="704659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348535FF-FD1F-1749-AF42-2922AFE20C2A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E9561F-6836-1C41-99F7-589497C3F73D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971800" x="1887220"/>
            <a:ext cy="1905000" cx="536892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348535FF-FD1F-1749-AF42-2922AFE20C2A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E9561F-6836-1C41-99F7-589497C3F73D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971800" x="1948180"/>
            <a:ext cy="1143000" cx="524700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348535FF-FD1F-1749-AF42-2922AFE20C2A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E9561F-6836-1C41-99F7-589497C3F73D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6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971800" x="1697355"/>
            <a:ext cy="1143000" cx="574865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348535FF-FD1F-1749-AF42-2922AFE20C2A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E9561F-6836-1C41-99F7-589497C3F73D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7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Picture Placeholder 1"/>
          <p:cNvSpPr>
            <a:spLocks noGrp="1"/>
          </p:cNvSpPr>
          <p:nvPr>
            <p:ph idx="2" type="pic"/>
          </p:nvPr>
        </p:nvSpPr>
        <p:spPr>
          <a:xfrm>
            <a:off y="2971800" x="2338070"/>
            <a:ext cy="3352800" cx="446786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348535FF-FD1F-1749-AF42-2922AFE20C2A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E9561F-6836-1C41-99F7-589497C3F73D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8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Picture Placeholder 1"/>
          <p:cNvSpPr>
            <a:spLocks noGrp="1"/>
          </p:cNvSpPr>
          <p:nvPr>
            <p:ph idx="2" type="pic"/>
          </p:nvPr>
        </p:nvSpPr>
        <p:spPr>
          <a:xfrm>
            <a:off y="2971800" x="2338070"/>
            <a:ext cy="3352800" cx="446786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348535FF-FD1F-1749-AF42-2922AFE20C2A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FBE9561F-6836-1C41-99F7-589497C3F73D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smtClean="0"/>
              <a:t>Click to edit Master subtitle style</a:t>
            </a:r>
            <a:endParaRPr 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16020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720930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305524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7184095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6224204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845013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426721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776553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195561481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.xml"/>
   <Relationship Id="rId2" Type="http://schemas.openxmlformats.org/officeDocument/2006/relationships/slideLayout" Target="../slideLayouts/slideLayout2.xml"/>
   <Relationship Id="rId3" Type="http://schemas.openxmlformats.org/officeDocument/2006/relationships/slideLayout" Target="../slideLayouts/slideLayout3.xml"/>
   <Relationship Id="rId4" Type="http://schemas.openxmlformats.org/officeDocument/2006/relationships/slideLayout" Target="../slideLayouts/slideLayout4.xml"/>
   <Relationship Id="rId5" Type="http://schemas.openxmlformats.org/officeDocument/2006/relationships/slideLayout" Target="../slideLayouts/slideLayout5.xml"/>
   <Relationship Id="rId6" Type="http://schemas.openxmlformats.org/officeDocument/2006/relationships/slideLayout" Target="../slideLayouts/slideLayout6.xml"/>
   <Relationship Id="rId7" Type="http://schemas.openxmlformats.org/officeDocument/2006/relationships/slideLayout" Target="../slideLayouts/slideLayout7.xml"/>
   <Relationship Id="rId8" Type="http://schemas.openxmlformats.org/officeDocument/2006/relationships/slideLayout" Target="../slideLayouts/slideLayout8.xml"/>
   <Relationship Id="rId9" Type="http://schemas.openxmlformats.org/officeDocument/2006/relationships/theme" Target="../theme/theme1.xml"/>
   <Relationship Id="rId10" Type="http://schemas.openxmlformats.org/officeDocument/2006/relationships/slideLayout" Target="../slideLayouts/slideLayout9.xml"/>
   <Relationship Id="rId11" Type="http://schemas.openxmlformats.org/officeDocument/2006/relationships/slideLayout" Target="../slideLayouts/slideLayout10.xml"/>
   <Relationship Id="rId12" Type="http://schemas.openxmlformats.org/officeDocument/2006/relationships/slideLayout" Target="../slideLayouts/slideLayout11.xml"/>
   <Relationship Id="rId13" Type="http://schemas.openxmlformats.org/officeDocument/2006/relationships/slideLayout" Target="../slideLayouts/slideLayout12.xml"/>
   <Relationship Id="rId14" Type="http://schemas.openxmlformats.org/officeDocument/2006/relationships/slideLayout" Target="../slideLayouts/slideLayout13.xml"/>
   <Relationship Id="rId15" Type="http://schemas.openxmlformats.org/officeDocument/2006/relationships/slideLayout" Target="../slideLayouts/slideLayout14.xml"/>
   <Relationship Id="rId16" Type="http://schemas.openxmlformats.org/officeDocument/2006/relationships/slideLayout" Target="../slideLayouts/slideLayout15.xml"/>
   <Relationship Id="rId17" Type="http://schemas.openxmlformats.org/officeDocument/2006/relationships/slideLayout" Target="../slideLayouts/slideLayout16.xml"/>
   <Relationship Id="rId18" Type="http://schemas.openxmlformats.org/officeDocument/2006/relationships/slideLayout" Target="../slideLayouts/slideLayout17.xml"/>
</Relationships>
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5" name="Title Placeholder"/>
          <p:cNvSpPr>
            <a:spLocks noGrp="1"/>
          </p:cNvSpPr>
          <p:nvPr>
            <p:ph type="title"/>
          </p:nvPr>
        </p:nvSpPr>
        <p:spPr>
          <a:xfrm>
            <a:off y="228600" x="228600"/>
            <a:ext cy="1143000" cx="8686800"/>
          </a:xfrm>
          <a:prstGeom prst="rect">
            <a:avLst/>
          </a:prstGeom>
        </p:spPr>
        <p:txBody>
          <a:bodyPr lIns="91440" rtlCol="0" vert="horz" anchor="ctr" bIns="45720" rIns="91440" tIns="45720">
            <a:normAutofit/>
          </a:bodyPr>
          <a:lstStyle/>
          <a:p>
            <a:r>
              <a:rPr lang="zh-CN" smtClean="0"/>
              <a:t>点击编辑主标题样式</a:t>
            </a:r>
            <a:endParaRPr lang="zh-CN"/>
          </a:p>
        </p:txBody>
      </p:sp>
      <p:sp>
        <p:nvSpPr>
          <p:cNvPr id="66" name="Text Placeholder 2"/>
          <p:cNvSpPr>
            <a:spLocks noGrp="1"/>
          </p:cNvSpPr>
          <p:nvPr>
            <p:ph idx="1" type="body"/>
          </p:nvPr>
        </p:nvSpPr>
        <p:spPr>
          <a:xfrm>
            <a:off y="1435100" x="228600"/>
            <a:ext cy="4765675" cx="8686800"/>
          </a:xfrm>
          <a:prstGeom prst="rect">
            <a:avLst/>
          </a:prstGeom>
        </p:spPr>
        <p:txBody>
          <a:bodyPr lIns="91440" rtlCol="0" vert="horz" bIns="45720" rIns="91440" tIns="45720">
            <a:normAutofit/>
          </a:bodyPr>
          <a:lstStyle/>
          <a:p>
            <a:pPr lvl="0"/>
            <a:r>
              <a:rPr lang="zh-CN" smtClean="0"/>
              <a:t>点击编辑主文本样式</a:t>
            </a:r>
          </a:p>
          <a:p>
            <a:pPr lvl="1"/>
            <a:r>
              <a:rPr lang="zh-CN" smtClean="0"/>
              <a:t>第二级</a:t>
            </a:r>
          </a:p>
          <a:p>
            <a:pPr lvl="2"/>
            <a:r>
              <a:rPr lang="zh-CN" smtClean="0"/>
              <a:t>第三级</a:t>
            </a:r>
          </a:p>
          <a:p>
            <a:pPr lvl="3"/>
            <a:r>
              <a:rPr lang="zh-CN" smtClean="0"/>
              <a:t>第四级</a:t>
            </a:r>
          </a:p>
          <a:p>
            <a:pPr lvl="4"/>
            <a:r>
              <a:rPr lang="zh-CN" smtClean="0"/>
              <a:t>第五级</a:t>
            </a:r>
            <a:endParaRPr lang="zh-CN"/>
          </a:p>
        </p:txBody>
      </p:sp>
      <p:sp>
        <p:nvSpPr>
          <p:cNvPr id="67" name="Date Placeholder"/>
          <p:cNvSpPr>
            <a:spLocks noGrp="1"/>
          </p:cNvSpPr>
          <p:nvPr>
            <p:ph idx="2" type="dt" sz="half"/>
          </p:nvPr>
        </p:nvSpPr>
        <p:spPr>
          <a:xfrm>
            <a:off y="6264275" x="228600"/>
            <a:ext cy="365125" cx="2133600"/>
          </a:xfrm>
          <a:prstGeom prst="rect">
            <a:avLst/>
          </a:prstGeom>
        </p:spPr>
        <p:txBody>
          <a:bodyPr lIns="91440" rtlCol="0" vert="horz" anchor="ctr" bIns="45720" rIns="91440" tIns="45720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8535FF-FD1F-1749-AF42-2922AFE20C2A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68" name="Footer Placeholder"/>
          <p:cNvSpPr>
            <a:spLocks noGrp="1"/>
          </p:cNvSpPr>
          <p:nvPr>
            <p:ph idx="3" type="ftr" sz="quarter"/>
          </p:nvPr>
        </p:nvSpPr>
        <p:spPr>
          <a:xfrm>
            <a:off y="6264275" x="3124200"/>
            <a:ext cy="365125" cx="2895600"/>
          </a:xfrm>
          <a:prstGeom prst="rect">
            <a:avLst/>
          </a:prstGeom>
        </p:spPr>
        <p:txBody>
          <a:bodyPr lIns="91440" rtlCol="0" vert="horz" anchor="ctr" bIns="45720" rIns="91440" tIns="45720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9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264275" x="6781800"/>
            <a:ext cy="365125" cx="2133600"/>
          </a:xfrm>
          <a:prstGeom prst="rect">
            <a:avLst/>
          </a:prstGeom>
        </p:spPr>
        <p:txBody>
          <a:bodyPr lIns="91440" rtlCol="0" vert="horz" anchor="ctr" bIns="45720" rIns="91440" tIns="4572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9561F-6836-1C41-99F7-589497C3F73D}" type="slidenum">
              <a:rPr lang="zh-CN" smtClean="0"/>
              <a:pPr/>
              <a:t>‹#›</a:t>
            </a:fld>
            <a:endParaRPr lang="zh-CN"/>
          </a:p>
        </p:txBody>
      </p:sp>
    </p:spTree>
  </p:cSld>
  <p:clrMap bg1="lt1" tx2="dk2" hlink="hlink" accent3="accent3" accent6="accent6" accent5="accent5" tx1="dk1" bg2="lt2" folHlink="folHlink" accent2="accent2" accent4="accent4" accent1="accent1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hdr="0"/>
  <p:txStyles>
    <p:titleStyle>
      <a:lvl1pPr algn="ctr" eaLnBrk="1" rtl="0" defTabSz="914400" latinLnBrk="0" hangingPunct="1">
        <a:spcBef>
          <a:spcPct val="0"/>
        </a:spcBef>
        <a:buNone/>
        <a:defRPr kern="1200" sz="4200">
          <a:solidFill>
            <a:schemeClr val="tx1"/>
          </a:solidFill>
          <a:latin typeface="+mj-lt"/>
          <a:ea typeface="+mj-ea"/>
        </a:defRPr>
      </a:lvl1pPr>
      <a:lvl2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2pPr>
      <a:lvl3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3pPr>
      <a:lvl4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4pPr>
      <a:lvl5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5pPr>
      <a:lvl6pPr algn="ctr" fontAlgn="base" marL="4572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6pPr>
      <a:lvl7pPr algn="ctr" fontAlgn="base" marL="9144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7pPr>
      <a:lvl8pPr algn="ctr" fontAlgn="base" marL="13716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8pPr>
      <a:lvl9pPr algn="ctr" fontAlgn="base" marL="18288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9pPr>
    </p:titleStyle>
    <p:bodyStyle>
      <a:lvl1pPr algn="l" indent="-342900" latinLnBrk="0" eaLnBrk="1" rtl="0" defTabSz="914400" marL="342900" hangingPunct="1">
        <a:spcBef>
          <a:spcPct val="20000"/>
        </a:spcBef>
        <a:buFont typeface="Arial" pitchFamily="34" charset="0"/>
        <a:buChar char="•"/>
        <a:defRPr kern="1200" sz="3200">
          <a:solidFill>
            <a:schemeClr val="tx1"/>
          </a:solidFill>
          <a:latin typeface="+mn-lt"/>
          <a:ea typeface="+mn-ea"/>
        </a:defRPr>
      </a:lvl1pPr>
      <a:lvl2pPr algn="l" indent="-285750" latinLnBrk="0" eaLnBrk="1" rtl="0" defTabSz="914400" marL="742950" hangingPunct="1">
        <a:spcBef>
          <a:spcPct val="20000"/>
        </a:spcBef>
        <a:buFont typeface="Arial" pitchFamily="34" charset="0"/>
        <a:buChar char="–"/>
        <a:defRPr kern="1200" sz="2800">
          <a:solidFill>
            <a:schemeClr val="tx1"/>
          </a:solidFill>
          <a:latin typeface="+mn-lt"/>
          <a:ea typeface="+mn-ea"/>
        </a:defRPr>
      </a:lvl2pPr>
      <a:lvl3pPr algn="l" indent="-228600" latinLnBrk="0" eaLnBrk="1" rtl="0" defTabSz="914400" marL="1143000" hangingPunct="1">
        <a:spcBef>
          <a:spcPct val="20000"/>
        </a:spcBef>
        <a:buFont typeface="Arial" pitchFamily="34" charset="0"/>
        <a:buChar char="•"/>
        <a:defRPr kern="1200" sz="2400">
          <a:solidFill>
            <a:schemeClr val="tx1"/>
          </a:solidFill>
          <a:latin typeface="+mn-lt"/>
          <a:ea typeface="+mn-ea"/>
        </a:defRPr>
      </a:lvl3pPr>
      <a:lvl4pPr algn="l" indent="-228600" latinLnBrk="0" eaLnBrk="1" rtl="0" defTabSz="914400" marL="1600200" hangingPunct="1">
        <a:spcBef>
          <a:spcPct val="20000"/>
        </a:spcBef>
        <a:buFont typeface="Arial" pitchFamily="34" charset="0"/>
        <a:buChar char="–"/>
        <a:defRPr kern="1200" sz="2000">
          <a:solidFill>
            <a:schemeClr val="tx1"/>
          </a:solidFill>
          <a:latin typeface="+mn-lt"/>
          <a:ea typeface="+mn-ea"/>
        </a:defRPr>
      </a:lvl4pPr>
      <a:lvl5pPr algn="l" indent="-228600" latinLnBrk="0" eaLnBrk="1" rtl="0" defTabSz="914400" marL="2057400" hangingPunct="1">
        <a:spcBef>
          <a:spcPct val="20000"/>
        </a:spcBef>
        <a:buFont typeface="Arial" pitchFamily="34" charset="0"/>
        <a:buChar char="»"/>
        <a:defRPr kern="1200" sz="2000">
          <a:solidFill>
            <a:schemeClr val="tx1"/>
          </a:solidFill>
          <a:latin typeface="+mn-lt"/>
          <a:ea typeface="+mn-ea"/>
        </a:defRPr>
      </a:lvl5pPr>
      <a:lvl6pPr algn="l" indent="-228600" latinLnBrk="0" eaLnBrk="1" rtl="0" defTabSz="914400" marL="25146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6pPr>
      <a:lvl7pPr algn="l" indent="-228600" latinLnBrk="0" eaLnBrk="1" rtl="0" defTabSz="914400" marL="29718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7pPr>
      <a:lvl8pPr algn="l" indent="-228600" latinLnBrk="0" eaLnBrk="1" rtl="0" defTabSz="914400" marL="34290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8pPr>
      <a:lvl9pPr algn="l" indent="-228600" latinLnBrk="0" eaLnBrk="1" rtl="0" defTabSz="914400" marL="38862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algn="l" latinLnBrk="0" eaLnBrk="1" rtl="0" defTabSz="914400" marL="0" hangingPunct="1">
        <a:defRPr kern="1200" sz="1800">
          <a:solidFill>
            <a:schemeClr val="tx1"/>
          </a:solidFill>
          <a:latin typeface="+mn-lt"/>
          <a:ea typeface="+mn-ea"/>
        </a:defRPr>
      </a:lvl1pPr>
      <a:lvl2pPr algn="l" latinLnBrk="0" eaLnBrk="1" rtl="0" defTabSz="914400" marL="457200" hangingPunct="1">
        <a:defRPr kern="1200" sz="1800">
          <a:solidFill>
            <a:schemeClr val="tx1"/>
          </a:solidFill>
          <a:latin typeface="+mn-lt"/>
          <a:ea typeface="+mn-ea"/>
        </a:defRPr>
      </a:lvl2pPr>
      <a:lvl3pPr algn="l" latinLnBrk="0" eaLnBrk="1" rtl="0" defTabSz="914400" marL="914400" hangingPunct="1">
        <a:defRPr kern="1200" sz="1800">
          <a:solidFill>
            <a:schemeClr val="tx1"/>
          </a:solidFill>
          <a:latin typeface="+mn-lt"/>
          <a:ea typeface="+mn-ea"/>
        </a:defRPr>
      </a:lvl3pPr>
      <a:lvl4pPr algn="l" latinLnBrk="0" eaLnBrk="1" rtl="0" defTabSz="914400" marL="1371600" hangingPunct="1">
        <a:defRPr kern="1200" sz="1800">
          <a:solidFill>
            <a:schemeClr val="tx1"/>
          </a:solidFill>
          <a:latin typeface="+mn-lt"/>
          <a:ea typeface="+mn-ea"/>
        </a:defRPr>
      </a:lvl4pPr>
      <a:lvl5pPr algn="l" latinLnBrk="0" eaLnBrk="1" rtl="0" defTabSz="914400" marL="1828800" hangingPunct="1">
        <a:defRPr kern="1200" sz="1800">
          <a:solidFill>
            <a:schemeClr val="tx1"/>
          </a:solidFill>
          <a:latin typeface="+mn-lt"/>
          <a:ea typeface="+mn-ea"/>
        </a:defRPr>
      </a:lvl5pPr>
      <a:lvl6pPr algn="l" latinLnBrk="0" eaLnBrk="1" rtl="0" defTabSz="914400" marL="2286000" hangingPunct="1">
        <a:defRPr kern="1200" sz="1800">
          <a:solidFill>
            <a:schemeClr val="tx1"/>
          </a:solidFill>
          <a:latin typeface="+mn-lt"/>
          <a:ea typeface="+mn-ea"/>
        </a:defRPr>
      </a:lvl6pPr>
      <a:lvl7pPr algn="l" latinLnBrk="0" eaLnBrk="1" rtl="0" defTabSz="914400" marL="2743200" hangingPunct="1">
        <a:defRPr kern="1200" sz="1800">
          <a:solidFill>
            <a:schemeClr val="tx1"/>
          </a:solidFill>
          <a:latin typeface="+mn-lt"/>
          <a:ea typeface="+mn-ea"/>
        </a:defRPr>
      </a:lvl7pPr>
      <a:lvl8pPr algn="l" latinLnBrk="0" eaLnBrk="1" rtl="0" defTabSz="914400" marL="3200400" hangingPunct="1">
        <a:defRPr kern="1200" sz="1800">
          <a:solidFill>
            <a:schemeClr val="tx1"/>
          </a:solidFill>
          <a:latin typeface="+mn-lt"/>
          <a:ea typeface="+mn-ea"/>
        </a:defRPr>
      </a:lvl8pPr>
      <a:lvl9pPr algn="l" latinLnBrk="0" eaLnBrk="1" rtl="0" defTabSz="914400" marL="3657600" hangingPunct="1">
        <a:defRPr kern="1200" sz="180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.xml"/>
</Relationships>

</file>

<file path=ppt/slides/_rels/slide4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.xml"/>
</Relationships>

</file>

<file path=ppt/slides/_rels/slide5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.xml"/>
</Relationships>

</file>

<file path=ppt/slides/_rels/slide6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6.xml"/>
</Relationships>

</file>

<file path=ppt/slides/_rels/slide7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7.xml"/>
   <Relationship Id="rId2" Type="http://schemas.openxmlformats.org/officeDocument/2006/relationships/image" Target="../media/SummaryPanel.png"/>
</Relationships>

</file>

<file path=ppt/slides/_rels/slide8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8.xml"/>
   <Relationship Id="rId2" Type="http://schemas.openxmlformats.org/officeDocument/2006/relationships/image" Target="../media/QQPlot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Mean difference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Alcohol_Consumption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Male and Female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" name="Proc Title 1"/>
          <p:cNvSpPr txBox="1">
            <a:spLocks noGrp="1"/>
          </p:cNvSpPr>
          <p:nvPr/>
        </p:nvSpPr>
        <p:spPr>
          <a:xfrm>
            <a:off y="2019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" name="Proc Title 2"/>
          <p:cNvSpPr txBox="1">
            <a:spLocks noGrp="1"/>
          </p:cNvSpPr>
          <p:nvPr/>
        </p:nvSpPr>
        <p:spPr>
          <a:xfrm>
            <a:off y="24003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" name="Proc Title 3"/>
          <p:cNvSpPr txBox="1">
            <a:spLocks noGrp="1"/>
          </p:cNvSpPr>
          <p:nvPr/>
        </p:nvSpPr>
        <p:spPr>
          <a:xfrm>
            <a:off y="2527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Alcohol_Consumption  (Alcohol_Consumption)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6" name="Table 1"/>
          <p:cNvGraphicFramePr>
            <a:graphicFrameLocks noGrp="1"/>
          </p:cNvGraphicFramePr>
          <p:nvPr>
            <p:ph type="tbl" idx="2"/>
          </p:nvPr>
        </p:nvGraphicFramePr>
        <p:xfrm>
          <a:off x="1179195" y="2971800"/>
          <a:ext cy="1905000" cx="6785610"/>
        </p:xfrm>
        <a:graphic>
          <a:graphicData uri="http://schemas.openxmlformats.org/drawingml/2006/table">
            <a:tbl>
              <a:tblPr>
                <a:tableStyleId>{E7923702-6807-1940-B90F-9F7027B34A79}</a:tableStyleId>
              </a:tblPr>
              <a:tblGrid>
                <a:gridCol w="1277620"/>
                <a:gridCol w="1671320"/>
                <a:gridCol w="698500"/>
                <a:gridCol w="965835"/>
                <a:gridCol w="965835"/>
                <a:gridCol w="12065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数目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均值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标准差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标准误差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5.4612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8.7098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0.3034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676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3.8062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7.5849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0.2917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汇总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1.6550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8.2220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0.4267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Satterthwaite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1.6550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0.4209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348535FF-FD1F-1749-AF42-2922AFE20C2A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E9561F-6836-1C41-99F7-589497C3F73D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Mean difference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Alcohol_Consumption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Male and Female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1" name="Proc Title 1"/>
          <p:cNvSpPr txBox="1">
            <a:spLocks noGrp="1"/>
          </p:cNvSpPr>
          <p:nvPr/>
        </p:nvSpPr>
        <p:spPr>
          <a:xfrm>
            <a:off y="2019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2" name="Proc Title 2"/>
          <p:cNvSpPr txBox="1">
            <a:spLocks noGrp="1"/>
          </p:cNvSpPr>
          <p:nvPr/>
        </p:nvSpPr>
        <p:spPr>
          <a:xfrm>
            <a:off y="24003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3" name="Proc Title 3"/>
          <p:cNvSpPr txBox="1">
            <a:spLocks noGrp="1"/>
          </p:cNvSpPr>
          <p:nvPr/>
        </p:nvSpPr>
        <p:spPr>
          <a:xfrm>
            <a:off y="2527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Alcohol_Consumption  (Alcohol_Consumption)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4" name="Table 2"/>
          <p:cNvGraphicFramePr>
            <a:graphicFrameLocks noGrp="1"/>
          </p:cNvGraphicFramePr>
          <p:nvPr>
            <p:ph type="tbl" idx="2"/>
          </p:nvPr>
        </p:nvGraphicFramePr>
        <p:xfrm>
          <a:off x="2067560" y="2971800"/>
          <a:ext cy="1905000" cx="5008245"/>
        </p:xfrm>
        <a:graphic>
          <a:graphicData uri="http://schemas.openxmlformats.org/drawingml/2006/table">
            <a:tbl>
              <a:tblPr>
                <a:tableStyleId>{E7923702-6807-1940-B90F-9F7027B34A79}</a:tableStyleId>
              </a:tblPr>
              <a:tblGrid>
                <a:gridCol w="1277620"/>
                <a:gridCol w="1671320"/>
                <a:gridCol w="952500"/>
                <a:gridCol w="110680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最小值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最大值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30.0000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30.0000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汇总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Satterthwaite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348535FF-FD1F-1749-AF42-2922AFE20C2A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E9561F-6836-1C41-99F7-589497C3F73D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Mean difference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Alcohol_Consumption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Male and Female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9" name="Proc Title 1"/>
          <p:cNvSpPr txBox="1">
            <a:spLocks noGrp="1"/>
          </p:cNvSpPr>
          <p:nvPr/>
        </p:nvSpPr>
        <p:spPr>
          <a:xfrm>
            <a:off y="2019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0" name="Proc Title 2"/>
          <p:cNvSpPr txBox="1">
            <a:spLocks noGrp="1"/>
          </p:cNvSpPr>
          <p:nvPr/>
        </p:nvSpPr>
        <p:spPr>
          <a:xfrm>
            <a:off y="24003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1" name="Proc Title 3"/>
          <p:cNvSpPr txBox="1">
            <a:spLocks noGrp="1"/>
          </p:cNvSpPr>
          <p:nvPr/>
        </p:nvSpPr>
        <p:spPr>
          <a:xfrm>
            <a:off y="2527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Alcohol_Consumption  (Alcohol_Consumption)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2" name="Table 3"/>
          <p:cNvGraphicFramePr>
            <a:graphicFrameLocks noGrp="1"/>
          </p:cNvGraphicFramePr>
          <p:nvPr>
            <p:ph type="tbl" idx="2"/>
          </p:nvPr>
        </p:nvGraphicFramePr>
        <p:xfrm>
          <a:off x="1048385" y="2971800"/>
          <a:ext cy="1905000" cx="7046595"/>
        </p:xfrm>
        <a:graphic>
          <a:graphicData uri="http://schemas.openxmlformats.org/drawingml/2006/table">
            <a:tbl>
              <a:tblPr>
                <a:tableStyleId>{E7923702-6807-1940-B90F-9F7027B34A79}</a:tableStyleId>
              </a:tblPr>
              <a:tblGrid>
                <a:gridCol w="1277620"/>
                <a:gridCol w="1671320"/>
                <a:gridCol w="965835"/>
                <a:gridCol w="1083310"/>
                <a:gridCol w="1082675"/>
                <a:gridCol w="96583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均值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95% 置信限均值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标准差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5.4612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4.8656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6.0567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8.7098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3.8062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3.2334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4.3790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7.5849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汇总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1.6550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0.8180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2.4919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8.2220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Satterthwaite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1.6550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0.8293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2.4806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348535FF-FD1F-1749-AF42-2922AFE20C2A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4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E9561F-6836-1C41-99F7-589497C3F73D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Mean difference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Alcohol_Consumption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Male and Female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7" name="Proc Title 1"/>
          <p:cNvSpPr txBox="1">
            <a:spLocks noGrp="1"/>
          </p:cNvSpPr>
          <p:nvPr/>
        </p:nvSpPr>
        <p:spPr>
          <a:xfrm>
            <a:off y="2019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8" name="Proc Title 2"/>
          <p:cNvSpPr txBox="1">
            <a:spLocks noGrp="1"/>
          </p:cNvSpPr>
          <p:nvPr/>
        </p:nvSpPr>
        <p:spPr>
          <a:xfrm>
            <a:off y="24003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9" name="Proc Title 3"/>
          <p:cNvSpPr txBox="1">
            <a:spLocks noGrp="1"/>
          </p:cNvSpPr>
          <p:nvPr/>
        </p:nvSpPr>
        <p:spPr>
          <a:xfrm>
            <a:off y="2527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Alcohol_Consumption  (Alcohol_Consumption)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0" name="Table 4"/>
          <p:cNvGraphicFramePr>
            <a:graphicFrameLocks noGrp="1"/>
          </p:cNvGraphicFramePr>
          <p:nvPr>
            <p:ph type="tbl" idx="2"/>
          </p:nvPr>
        </p:nvGraphicFramePr>
        <p:xfrm>
          <a:off x="1887220" y="2971800"/>
          <a:ext cy="1905000" cx="5368925"/>
        </p:xfrm>
        <a:graphic>
          <a:graphicData uri="http://schemas.openxmlformats.org/drawingml/2006/table">
            <a:tbl>
              <a:tblPr>
                <a:tableStyleId>{E7923702-6807-1940-B90F-9F7027B34A79}</a:tableStyleId>
              </a:tblPr>
              <a:tblGrid>
                <a:gridCol w="1277620"/>
                <a:gridCol w="1671320"/>
                <a:gridCol w="1210310"/>
                <a:gridCol w="120967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95% 置信限标准差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8.3086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9.1519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7.2010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8.0124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汇总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7.9378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8.5274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Satterthwaite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348535FF-FD1F-1749-AF42-2922AFE20C2A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2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E9561F-6836-1C41-99F7-589497C3F73D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3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4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Mean difference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Alcohol_Consumption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Male and Female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5" name="Proc Title 1"/>
          <p:cNvSpPr txBox="1">
            <a:spLocks noGrp="1"/>
          </p:cNvSpPr>
          <p:nvPr/>
        </p:nvSpPr>
        <p:spPr>
          <a:xfrm>
            <a:off y="2019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6" name="Proc Title 2"/>
          <p:cNvSpPr txBox="1">
            <a:spLocks noGrp="1"/>
          </p:cNvSpPr>
          <p:nvPr/>
        </p:nvSpPr>
        <p:spPr>
          <a:xfrm>
            <a:off y="24003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7" name="Proc Title 3"/>
          <p:cNvSpPr txBox="1">
            <a:spLocks noGrp="1"/>
          </p:cNvSpPr>
          <p:nvPr/>
        </p:nvSpPr>
        <p:spPr>
          <a:xfrm>
            <a:off y="2527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Alcohol_Consumption  (Alcohol_Consumption)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8" name="Table 5"/>
          <p:cNvGraphicFramePr>
            <a:graphicFrameLocks noGrp="1"/>
          </p:cNvGraphicFramePr>
          <p:nvPr>
            <p:ph type="tbl" idx="2"/>
          </p:nvPr>
        </p:nvGraphicFramePr>
        <p:xfrm>
          <a:off x="1948180" y="2971800"/>
          <a:ext cy="1143000" cx="5247005"/>
        </p:xfrm>
        <a:graphic>
          <a:graphicData uri="http://schemas.openxmlformats.org/drawingml/2006/table">
            <a:tbl>
              <a:tblPr>
                <a:tableStyleId>{E7923702-6807-1940-B90F-9F7027B34A79}</a:tableStyleId>
              </a:tblPr>
              <a:tblGrid>
                <a:gridCol w="1671320"/>
                <a:gridCol w="952500"/>
                <a:gridCol w="965835"/>
                <a:gridCol w="68389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t 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|t|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汇总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等于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1498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3.88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Satterthwaite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不等于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1492.7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3.93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9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348535FF-FD1F-1749-AF42-2922AFE20C2A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0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E9561F-6836-1C41-99F7-589497C3F73D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Mean difference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Alcohol_Consumption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Male and Female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43" name="Proc Title 1"/>
          <p:cNvSpPr txBox="1">
            <a:spLocks noGrp="1"/>
          </p:cNvSpPr>
          <p:nvPr/>
        </p:nvSpPr>
        <p:spPr>
          <a:xfrm>
            <a:off y="2019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4" name="Proc Title 2"/>
          <p:cNvSpPr txBox="1">
            <a:spLocks noGrp="1"/>
          </p:cNvSpPr>
          <p:nvPr/>
        </p:nvSpPr>
        <p:spPr>
          <a:xfrm>
            <a:off y="24003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5" name="Proc Title 3"/>
          <p:cNvSpPr txBox="1">
            <a:spLocks noGrp="1"/>
          </p:cNvSpPr>
          <p:nvPr/>
        </p:nvSpPr>
        <p:spPr>
          <a:xfrm>
            <a:off y="2527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Alcohol_Consumption  (Alcohol_Consumption)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46" name="Table 6"/>
          <p:cNvGraphicFramePr>
            <a:graphicFrameLocks noGrp="1"/>
          </p:cNvGraphicFramePr>
          <p:nvPr>
            <p:ph type="tbl" idx="2"/>
          </p:nvPr>
        </p:nvGraphicFramePr>
        <p:xfrm>
          <a:off x="1697355" y="2971800"/>
          <a:ext cy="1143000" cx="5748655"/>
        </p:xfrm>
        <a:graphic>
          <a:graphicData uri="http://schemas.openxmlformats.org/drawingml/2006/table">
            <a:tbl>
              <a:tblPr>
                <a:tableStyleId>{E7923702-6807-1940-B90F-9F7027B34A79}</a:tableStyleId>
              </a:tblPr>
              <a:tblGrid>
                <a:gridCol w="1177925"/>
                <a:gridCol w="1460500"/>
                <a:gridCol w="1460500"/>
                <a:gridCol w="683895"/>
                <a:gridCol w="965835"/>
              </a:tblGrid>
              <a:tr h="381000"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方差齐性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分子自由度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分母自由度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F 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F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折叠的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823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1.32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0.0002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7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348535FF-FD1F-1749-AF42-2922AFE20C2A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8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E9561F-6836-1C41-99F7-589497C3F73D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6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Mean difference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Alcohol_Consumption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Male and Female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51" name="Proc Title 1"/>
          <p:cNvSpPr txBox="1">
            <a:spLocks noGrp="1"/>
          </p:cNvSpPr>
          <p:nvPr/>
        </p:nvSpPr>
        <p:spPr>
          <a:xfrm>
            <a:off y="2019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2" name="Proc Title 2"/>
          <p:cNvSpPr txBox="1">
            <a:spLocks noGrp="1"/>
          </p:cNvSpPr>
          <p:nvPr/>
        </p:nvSpPr>
        <p:spPr>
          <a:xfrm>
            <a:off y="24003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3" name="Proc Title 3"/>
          <p:cNvSpPr txBox="1">
            <a:spLocks noGrp="1"/>
          </p:cNvSpPr>
          <p:nvPr/>
        </p:nvSpPr>
        <p:spPr>
          <a:xfrm>
            <a:off y="2527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Alcohol_Consumption  (Alcohol_Consumption)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54" title="“Alcohol_Consumption”的汇总面板" name="SummaryPanel.png" descr="“Alcohol_Consumption”的汇总面板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2971800" x="2338070"/>
            <a:ext cy="3352800" cx="4467860"/>
          </a:xfrm>
          <a:prstGeom prst="rect">
            <a:avLst/>
          </a:prstGeom>
        </p:spPr>
      </p:pic>
      <p:sp>
        <p:nvSpPr>
          <p:cNvPr id="5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348535FF-FD1F-1749-AF42-2922AFE20C2A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E9561F-6836-1C41-99F7-589497C3F73D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7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Mean difference of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Alcohol_Consumption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Male and Female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59" name="Proc Title 1"/>
          <p:cNvSpPr txBox="1">
            <a:spLocks noGrp="1"/>
          </p:cNvSpPr>
          <p:nvPr/>
        </p:nvSpPr>
        <p:spPr>
          <a:xfrm>
            <a:off y="2019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0" name="Proc Title 2"/>
          <p:cNvSpPr txBox="1">
            <a:spLocks noGrp="1"/>
          </p:cNvSpPr>
          <p:nvPr/>
        </p:nvSpPr>
        <p:spPr>
          <a:xfrm>
            <a:off y="24003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1" name="Proc Title 3"/>
          <p:cNvSpPr txBox="1">
            <a:spLocks noGrp="1"/>
          </p:cNvSpPr>
          <p:nvPr/>
        </p:nvSpPr>
        <p:spPr>
          <a:xfrm>
            <a:off y="2527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Alcohol_Consumption  (Alcohol_Consumption)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62" title="“Alcohol_Consumption”的 Q-Q 图" name="QQPlot.png" descr="“Alcohol_Consumption”的 Q-Q 图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2971800" x="2338070"/>
            <a:ext cy="3352800" cx="4467860"/>
          </a:xfrm>
          <a:prstGeom prst="rect">
            <a:avLst/>
          </a:prstGeom>
        </p:spPr>
      </p:pic>
      <p:sp>
        <p:nvSpPr>
          <p:cNvPr id="63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348535FF-FD1F-1749-AF42-2922AFE20C2A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4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FBE9561F-6836-1C41-99F7-589497C3F73D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8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DS Light">
  <a:themeElements>
    <a:clrScheme name="ODS Light">
      <a:dk1>
        <a:srgbClr val="000000"/>
      </a:dk1>
      <a:lt1>
        <a:srgbClr val="FFFFFF"/>
      </a:lt1>
      <a:dk2>
        <a:srgbClr val="646464"/>
      </a:dk2>
      <a:lt2>
        <a:srgbClr val="D8D8D8"/>
      </a:lt2>
      <a:accent1>
        <a:srgbClr val="3D5AAE"/>
      </a:accent1>
      <a:accent2>
        <a:srgbClr val="90B328"/>
      </a:accent2>
      <a:accent3>
        <a:srgbClr val="9D2E14"/>
      </a:accent3>
      <a:accent4>
        <a:srgbClr val="F8B93C"/>
      </a:accent4>
      <a:accent5>
        <a:srgbClr val="6590CD"/>
      </a:accent5>
      <a:accent6>
        <a:srgbClr val="5E6C10"/>
      </a:accent6>
      <a:hlink>
        <a:srgbClr val="00709F"/>
      </a:hlink>
      <a:folHlink>
        <a:srgbClr val="7A40A6"/>
      </a:folHlink>
    </a:clrScheme>
    <a:fontScheme name="ODS Light">
      <a:majorFont>
        <a:latin typeface="MYingHei_18030_C-Medium"/>
        <a:ea typeface=""/>
        <a:cs typeface=""/>
        <a:font script="Hans" typeface="MYingHei_18030_C-Medium"/>
      </a:majorFont>
      <a:minorFont>
        <a:latin typeface="MYingHei_18030_C-Medium"/>
        <a:ea typeface=""/>
        <a:cs typeface=""/>
        <a:font script="Hans" typeface="MYingHei_18030_C-Medium"/>
      </a:minorFont>
    </a:fontScheme>
    <a:fmtScheme name="ODS Ligh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cmpd="sng" algn="ctr" w="9525" cap="flat">
          <a:solidFill>
            <a:schemeClr val="phClr"/>
          </a:solidFill>
          <a:prstDash val="solid"/>
        </a:ln>
        <a:ln cmpd="sng" algn="ctr" w="25400" cap="flat">
          <a:solidFill>
            <a:schemeClr val="phClr"/>
          </a:solidFill>
          <a:prstDash val="solid"/>
        </a:ln>
        <a:ln cmpd="sng" algn="ctr" w="38100" cap="flat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On-screen Show (4:3)</PresentationFormat>
  <Slides>8</Slides>
  <Notes>0</Notes>
  <HiddenSlides>0</HiddenSlides>
  <MMClips>0</MMClips>
  <ScaleCrop>false</ScaleCrop>
  <HeadingPairs>
    <vt:vector baseType="variant" size="4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baseType="lpstr" size="9">
      <vt:lpstr>ODS Theme</vt:lpstr>
      <vt:lpstr>Mean difference of Alcohol_Consumption between Male and Female</vt:lpstr>
      <vt:lpstr>Mean difference of Alcohol_Consumption between Male and Female</vt:lpstr>
      <vt:lpstr>Mean difference of Alcohol_Consumption between Male and Female</vt:lpstr>
      <vt:lpstr>Mean difference of Alcohol_Consumption between Male and Female</vt:lpstr>
      <vt:lpstr>Mean difference of Alcohol_Consumption between Male and Female</vt:lpstr>
      <vt:lpstr>Mean difference of Alcohol_Consumption between Male and Female</vt:lpstr>
      <vt:lpstr>Mean difference of Alcohol_Consumption between Male and Female</vt:lpstr>
      <vt:lpstr>Mean difference of Alcohol_Consumption between Male and Female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!-- saslongversion 9.04.01M8P02222023 -->
  <!-- syshostinfolong Linux LIN X64 5.14.0-284.30.1.el9_2.x86_64 #1 SMP PREEMPT_DYNAMIC Sat Sep 16 09:55:41 UTC 2023 x86_64 Rocky Linux release 9.2 (Blue Onyx)  -->
  <dc:creator>u64324048</dc:creator>
  <cp:lastModifiedBy>u64324048</cp:lastModifiedBy>
  <cp:revision>1</cp:revision>
  <dcterms:created xsi:type="dcterms:W3CDTF">2025-12-07T14:45:56+00:00</dcterms:created>
  <dcterms:modified xsi:type="dcterms:W3CDTF">2025-12-07T14:45:56+00:00</dcterms:modified>
</cp:coreProperties>
</file>